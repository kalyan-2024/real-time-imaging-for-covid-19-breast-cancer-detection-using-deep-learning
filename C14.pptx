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2" r:id="rId7"/>
    <p:sldId id="263" r:id="rId8"/>
    <p:sldId id="269" r:id="rId9"/>
    <p:sldId id="264" r:id="rId10"/>
    <p:sldId id="266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9261B-9A52-4E1C-BC09-3CD36E68F8AD}" v="16" dt="2025-10-09T02:18:07.17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la Pravallika" userId="1abf632b08315437" providerId="LiveId" clId="{681FF33B-7812-453B-8F54-ABABB5EC3BFB}"/>
    <pc:docChg chg="undo custSel addSld delSld modSld">
      <pc:chgData name="Leela Pravallika" userId="1abf632b08315437" providerId="LiveId" clId="{681FF33B-7812-453B-8F54-ABABB5EC3BFB}" dt="2025-10-09T02:19:29.106" v="420" actId="2711"/>
      <pc:docMkLst>
        <pc:docMk/>
      </pc:docMkLst>
      <pc:sldChg chg="modSp mod">
        <pc:chgData name="Leela Pravallika" userId="1abf632b08315437" providerId="LiveId" clId="{681FF33B-7812-453B-8F54-ABABB5EC3BFB}" dt="2025-10-09T02:12:53.290" v="399" actId="1076"/>
        <pc:sldMkLst>
          <pc:docMk/>
          <pc:sldMk cId="0" sldId="257"/>
        </pc:sldMkLst>
        <pc:spChg chg="mod">
          <ac:chgData name="Leela Pravallika" userId="1abf632b08315437" providerId="LiveId" clId="{681FF33B-7812-453B-8F54-ABABB5EC3BFB}" dt="2025-10-09T02:12:53.290" v="399" actId="1076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Leela Pravallika" userId="1abf632b08315437" providerId="LiveId" clId="{681FF33B-7812-453B-8F54-ABABB5EC3BFB}" dt="2025-10-09T02:19:29.106" v="420" actId="2711"/>
        <pc:sldMkLst>
          <pc:docMk/>
          <pc:sldMk cId="0" sldId="258"/>
        </pc:sldMkLst>
        <pc:spChg chg="mod">
          <ac:chgData name="Leela Pravallika" userId="1abf632b08315437" providerId="LiveId" clId="{681FF33B-7812-453B-8F54-ABABB5EC3BFB}" dt="2025-10-09T02:19:29.106" v="420" actId="2711"/>
          <ac:spMkLst>
            <pc:docMk/>
            <pc:sldMk cId="0" sldId="258"/>
            <ac:spMk id="9" creationId="{00000000-0000-0000-0000-000000000000}"/>
          </ac:spMkLst>
        </pc:spChg>
      </pc:sldChg>
      <pc:sldChg chg="delSp modSp mod">
        <pc:chgData name="Leela Pravallika" userId="1abf632b08315437" providerId="LiveId" clId="{681FF33B-7812-453B-8F54-ABABB5EC3BFB}" dt="2025-10-08T16:35:42.418" v="3" actId="478"/>
        <pc:sldMkLst>
          <pc:docMk/>
          <pc:sldMk cId="0" sldId="262"/>
        </pc:sldMkLst>
        <pc:grpChg chg="mod">
          <ac:chgData name="Leela Pravallika" userId="1abf632b08315437" providerId="LiveId" clId="{681FF33B-7812-453B-8F54-ABABB5EC3BFB}" dt="2025-10-08T16:33:45.442" v="0" actId="1076"/>
          <ac:grpSpMkLst>
            <pc:docMk/>
            <pc:sldMk cId="0" sldId="262"/>
            <ac:grpSpMk id="2" creationId="{00000000-0000-0000-0000-000000000000}"/>
          </ac:grpSpMkLst>
        </pc:grpChg>
        <pc:picChg chg="del">
          <ac:chgData name="Leela Pravallika" userId="1abf632b08315437" providerId="LiveId" clId="{681FF33B-7812-453B-8F54-ABABB5EC3BFB}" dt="2025-10-08T16:35:42.418" v="3" actId="478"/>
          <ac:picMkLst>
            <pc:docMk/>
            <pc:sldMk cId="0" sldId="262"/>
            <ac:picMk id="11" creationId="{00000000-0000-0000-0000-000000000000}"/>
          </ac:picMkLst>
        </pc:picChg>
      </pc:sldChg>
      <pc:sldChg chg="delSp modSp mod">
        <pc:chgData name="Leela Pravallika" userId="1abf632b08315437" providerId="LiveId" clId="{681FF33B-7812-453B-8F54-ABABB5EC3BFB}" dt="2025-10-08T16:35:31.733" v="2" actId="1076"/>
        <pc:sldMkLst>
          <pc:docMk/>
          <pc:sldMk cId="0" sldId="263"/>
        </pc:sldMkLst>
        <pc:picChg chg="mod">
          <ac:chgData name="Leela Pravallika" userId="1abf632b08315437" providerId="LiveId" clId="{681FF33B-7812-453B-8F54-ABABB5EC3BFB}" dt="2025-10-08T16:35:31.733" v="2" actId="1076"/>
          <ac:picMkLst>
            <pc:docMk/>
            <pc:sldMk cId="0" sldId="263"/>
            <ac:picMk id="3" creationId="{00000000-0000-0000-0000-000000000000}"/>
          </ac:picMkLst>
        </pc:picChg>
        <pc:picChg chg="del">
          <ac:chgData name="Leela Pravallika" userId="1abf632b08315437" providerId="LiveId" clId="{681FF33B-7812-453B-8F54-ABABB5EC3BFB}" dt="2025-10-08T16:35:22.927" v="1" actId="478"/>
          <ac:picMkLst>
            <pc:docMk/>
            <pc:sldMk cId="0" sldId="263"/>
            <ac:picMk id="7" creationId="{00000000-0000-0000-0000-000000000000}"/>
          </ac:picMkLst>
        </pc:picChg>
      </pc:sldChg>
      <pc:sldChg chg="modSp mod">
        <pc:chgData name="Leela Pravallika" userId="1abf632b08315437" providerId="LiveId" clId="{681FF33B-7812-453B-8F54-ABABB5EC3BFB}" dt="2025-10-09T02:10:51.305" v="390" actId="14100"/>
        <pc:sldMkLst>
          <pc:docMk/>
          <pc:sldMk cId="0" sldId="266"/>
        </pc:sldMkLst>
        <pc:spChg chg="mod">
          <ac:chgData name="Leela Pravallika" userId="1abf632b08315437" providerId="LiveId" clId="{681FF33B-7812-453B-8F54-ABABB5EC3BFB}" dt="2025-10-09T02:10:51.305" v="390" actId="14100"/>
          <ac:spMkLst>
            <pc:docMk/>
            <pc:sldMk cId="0" sldId="266"/>
            <ac:spMk id="3" creationId="{00000000-0000-0000-0000-000000000000}"/>
          </ac:spMkLst>
        </pc:spChg>
      </pc:sldChg>
      <pc:sldChg chg="modSp del mod">
        <pc:chgData name="Leela Pravallika" userId="1abf632b08315437" providerId="LiveId" clId="{681FF33B-7812-453B-8F54-ABABB5EC3BFB}" dt="2025-10-09T02:10:43.151" v="388" actId="2696"/>
        <pc:sldMkLst>
          <pc:docMk/>
          <pc:sldMk cId="3379960107" sldId="268"/>
        </pc:sldMkLst>
        <pc:spChg chg="mod">
          <ac:chgData name="Leela Pravallika" userId="1abf632b08315437" providerId="LiveId" clId="{681FF33B-7812-453B-8F54-ABABB5EC3BFB}" dt="2025-10-09T02:10:35.317" v="387" actId="6549"/>
          <ac:spMkLst>
            <pc:docMk/>
            <pc:sldMk cId="3379960107" sldId="268"/>
            <ac:spMk id="2" creationId="{6E01EB50-F74A-C7C9-65DB-A6C96D584DF7}"/>
          </ac:spMkLst>
        </pc:spChg>
        <pc:spChg chg="mod">
          <ac:chgData name="Leela Pravallika" userId="1abf632b08315437" providerId="LiveId" clId="{681FF33B-7812-453B-8F54-ABABB5EC3BFB}" dt="2025-10-09T02:10:32.201" v="386" actId="6549"/>
          <ac:spMkLst>
            <pc:docMk/>
            <pc:sldMk cId="3379960107" sldId="268"/>
            <ac:spMk id="4" creationId="{30E3F511-AC71-7EB1-83AA-F49BDE7C6B91}"/>
          </ac:spMkLst>
        </pc:spChg>
      </pc:sldChg>
      <pc:sldChg chg="addSp delSp modSp new mod">
        <pc:chgData name="Leela Pravallika" userId="1abf632b08315437" providerId="LiveId" clId="{681FF33B-7812-453B-8F54-ABABB5EC3BFB}" dt="2025-10-09T02:15:51.210" v="403" actId="2711"/>
        <pc:sldMkLst>
          <pc:docMk/>
          <pc:sldMk cId="1967256336" sldId="269"/>
        </pc:sldMkLst>
        <pc:spChg chg="mod">
          <ac:chgData name="Leela Pravallika" userId="1abf632b08315437" providerId="LiveId" clId="{681FF33B-7812-453B-8F54-ABABB5EC3BFB}" dt="2025-10-09T02:11:20.436" v="391" actId="1076"/>
          <ac:spMkLst>
            <pc:docMk/>
            <pc:sldMk cId="1967256336" sldId="269"/>
            <ac:spMk id="2" creationId="{BE14E4FD-3BE9-A741-E42C-2BBF15EE2D97}"/>
          </ac:spMkLst>
        </pc:spChg>
        <pc:spChg chg="del mod">
          <ac:chgData name="Leela Pravallika" userId="1abf632b08315437" providerId="LiveId" clId="{681FF33B-7812-453B-8F54-ABABB5EC3BFB}" dt="2025-10-08T16:55:29.227" v="33" actId="478"/>
          <ac:spMkLst>
            <pc:docMk/>
            <pc:sldMk cId="1967256336" sldId="269"/>
            <ac:spMk id="3" creationId="{4FAE7F68-66A3-3269-C889-B64D6EC12E5E}"/>
          </ac:spMkLst>
        </pc:spChg>
        <pc:graphicFrameChg chg="add mod modGraphic">
          <ac:chgData name="Leela Pravallika" userId="1abf632b08315437" providerId="LiveId" clId="{681FF33B-7812-453B-8F54-ABABB5EC3BFB}" dt="2025-10-09T02:15:51.210" v="403" actId="2711"/>
          <ac:graphicFrameMkLst>
            <pc:docMk/>
            <pc:sldMk cId="1967256336" sldId="269"/>
            <ac:graphicFrameMk id="4" creationId="{DEEDF399-F0E9-BE38-8E21-727EA174ADC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2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F2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2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F2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989441" y="3427348"/>
            <a:ext cx="3202940" cy="3430904"/>
          </a:xfrm>
          <a:custGeom>
            <a:avLst/>
            <a:gdLst/>
            <a:ahLst/>
            <a:cxnLst/>
            <a:rect l="l" t="t" r="r" b="b"/>
            <a:pathLst>
              <a:path w="3202940" h="3430904">
                <a:moveTo>
                  <a:pt x="3202558" y="0"/>
                </a:moveTo>
                <a:lnTo>
                  <a:pt x="0" y="0"/>
                </a:lnTo>
                <a:lnTo>
                  <a:pt x="0" y="3430651"/>
                </a:lnTo>
                <a:lnTo>
                  <a:pt x="3202558" y="3430651"/>
                </a:lnTo>
                <a:lnTo>
                  <a:pt x="3202558" y="0"/>
                </a:lnTo>
                <a:close/>
              </a:path>
            </a:pathLst>
          </a:custGeom>
          <a:solidFill>
            <a:srgbClr val="AAC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89441" y="3654171"/>
            <a:ext cx="3202940" cy="3204210"/>
          </a:xfrm>
          <a:custGeom>
            <a:avLst/>
            <a:gdLst/>
            <a:ahLst/>
            <a:cxnLst/>
            <a:rect l="l" t="t" r="r" b="b"/>
            <a:pathLst>
              <a:path w="3202940" h="3204209">
                <a:moveTo>
                  <a:pt x="3202558" y="0"/>
                </a:moveTo>
                <a:lnTo>
                  <a:pt x="0" y="3190695"/>
                </a:lnTo>
                <a:lnTo>
                  <a:pt x="0" y="3203829"/>
                </a:lnTo>
                <a:lnTo>
                  <a:pt x="3202558" y="3203829"/>
                </a:lnTo>
                <a:lnTo>
                  <a:pt x="3202558" y="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89441" y="0"/>
            <a:ext cx="3202940" cy="3437890"/>
          </a:xfrm>
          <a:custGeom>
            <a:avLst/>
            <a:gdLst/>
            <a:ahLst/>
            <a:cxnLst/>
            <a:rect l="l" t="t" r="r" b="b"/>
            <a:pathLst>
              <a:path w="3202940" h="3437890">
                <a:moveTo>
                  <a:pt x="3202558" y="0"/>
                </a:moveTo>
                <a:lnTo>
                  <a:pt x="0" y="0"/>
                </a:lnTo>
                <a:lnTo>
                  <a:pt x="0" y="3437382"/>
                </a:lnTo>
                <a:lnTo>
                  <a:pt x="3202558" y="3437382"/>
                </a:lnTo>
                <a:lnTo>
                  <a:pt x="3202558" y="0"/>
                </a:lnTo>
                <a:close/>
              </a:path>
            </a:pathLst>
          </a:custGeom>
          <a:solidFill>
            <a:srgbClr val="CCBD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89441" y="6730"/>
            <a:ext cx="3202940" cy="3436620"/>
          </a:xfrm>
          <a:custGeom>
            <a:avLst/>
            <a:gdLst/>
            <a:ahLst/>
            <a:cxnLst/>
            <a:rect l="l" t="t" r="r" b="b"/>
            <a:pathLst>
              <a:path w="3202940" h="3436620">
                <a:moveTo>
                  <a:pt x="0" y="0"/>
                </a:moveTo>
                <a:lnTo>
                  <a:pt x="0" y="3436366"/>
                </a:lnTo>
                <a:lnTo>
                  <a:pt x="3202558" y="3436366"/>
                </a:lnTo>
                <a:lnTo>
                  <a:pt x="3202558" y="3214370"/>
                </a:lnTo>
                <a:lnTo>
                  <a:pt x="0" y="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2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2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1480820"/>
            <a:ext cx="1020572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2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39744" y="2283333"/>
            <a:ext cx="7686675" cy="276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F2C8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48E1-EC90-F193-AEAC-17A5A77C9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139" y="1480820"/>
            <a:ext cx="10205720" cy="861774"/>
          </a:xfrm>
        </p:spPr>
        <p:txBody>
          <a:bodyPr/>
          <a:lstStyle/>
          <a:p>
            <a:pPr algn="ctr"/>
            <a:r>
              <a:rPr lang="en-US" sz="2800" u="sng" dirty="0">
                <a:solidFill>
                  <a:schemeClr val="accent2"/>
                </a:solidFill>
              </a:rPr>
              <a:t>DEPARTMENT OF ELECTRONICS AND COMMUNICATION ENGINEERING</a:t>
            </a:r>
            <a:endParaRPr lang="en-IN" sz="2800" u="sng" dirty="0">
              <a:solidFill>
                <a:schemeClr val="accent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01545-F6F7-EF5A-8402-7C2332AC8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3200400"/>
            <a:ext cx="10287000" cy="1723549"/>
          </a:xfrm>
        </p:spPr>
        <p:txBody>
          <a:bodyPr/>
          <a:lstStyle/>
          <a:p>
            <a:pPr algn="ctr"/>
            <a:r>
              <a:rPr lang="en-US" sz="2800" spc="-50" dirty="0"/>
              <a:t>IMPLEMENTATION</a:t>
            </a:r>
            <a:r>
              <a:rPr lang="en-US" sz="2800" spc="-90" dirty="0"/>
              <a:t> </a:t>
            </a:r>
            <a:r>
              <a:rPr lang="en-US" sz="2800" spc="-25" dirty="0"/>
              <a:t>OF </a:t>
            </a:r>
            <a:r>
              <a:rPr lang="en-US" sz="2800" dirty="0"/>
              <a:t>IMAGE</a:t>
            </a:r>
            <a:r>
              <a:rPr lang="en-US" sz="2800" spc="-40" dirty="0"/>
              <a:t> </a:t>
            </a:r>
            <a:r>
              <a:rPr lang="en-US" sz="2800" dirty="0"/>
              <a:t>EDGE</a:t>
            </a:r>
            <a:r>
              <a:rPr lang="en-US" sz="2800" spc="-35" dirty="0"/>
              <a:t> </a:t>
            </a:r>
            <a:r>
              <a:rPr lang="en-US" sz="2800" spc="-10" dirty="0"/>
              <a:t>DETECTION </a:t>
            </a:r>
            <a:r>
              <a:rPr lang="en-US" sz="2800" dirty="0"/>
              <a:t>IN</a:t>
            </a:r>
            <a:r>
              <a:rPr lang="en-US" sz="2800" spc="5" dirty="0"/>
              <a:t> </a:t>
            </a:r>
            <a:r>
              <a:rPr lang="en-US" sz="2800" spc="-20" dirty="0"/>
              <a:t>FPGA</a:t>
            </a:r>
          </a:p>
          <a:p>
            <a:pPr algn="ctr"/>
            <a:endParaRPr lang="en-US" sz="2800" spc="-20" dirty="0"/>
          </a:p>
          <a:p>
            <a:pPr algn="ctr"/>
            <a:r>
              <a:rPr lang="en-US" sz="2800" spc="-20" dirty="0"/>
              <a:t>Major project</a:t>
            </a:r>
          </a:p>
          <a:p>
            <a:pPr algn="ctr"/>
            <a:r>
              <a:rPr lang="en-US" sz="2800" spc="-20" dirty="0"/>
              <a:t>Review-1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6722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64823" y="0"/>
            <a:ext cx="5727700" cy="6858000"/>
            <a:chOff x="6464823" y="0"/>
            <a:chExt cx="5727700" cy="6858000"/>
          </a:xfrm>
        </p:grpSpPr>
        <p:sp>
          <p:nvSpPr>
            <p:cNvPr id="3" name="object 3"/>
            <p:cNvSpPr/>
            <p:nvPr/>
          </p:nvSpPr>
          <p:spPr>
            <a:xfrm>
              <a:off x="6464823" y="3404996"/>
              <a:ext cx="2870835" cy="3453129"/>
            </a:xfrm>
            <a:custGeom>
              <a:avLst/>
              <a:gdLst/>
              <a:ahLst/>
              <a:cxnLst/>
              <a:rect l="l" t="t" r="r" b="b"/>
              <a:pathLst>
                <a:path w="2870834" h="3453129">
                  <a:moveTo>
                    <a:pt x="2870692" y="0"/>
                  </a:moveTo>
                  <a:lnTo>
                    <a:pt x="0" y="3453003"/>
                  </a:lnTo>
                  <a:lnTo>
                    <a:pt x="2870692" y="3453003"/>
                  </a:lnTo>
                  <a:lnTo>
                    <a:pt x="2870692" y="0"/>
                  </a:lnTo>
                  <a:close/>
                </a:path>
              </a:pathLst>
            </a:custGeom>
            <a:solidFill>
              <a:srgbClr val="F5CD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18498" y="3404996"/>
              <a:ext cx="2861310" cy="3453129"/>
            </a:xfrm>
            <a:custGeom>
              <a:avLst/>
              <a:gdLst/>
              <a:ahLst/>
              <a:cxnLst/>
              <a:rect l="l" t="t" r="r" b="b"/>
              <a:pathLst>
                <a:path w="2861309" h="3453129">
                  <a:moveTo>
                    <a:pt x="0" y="0"/>
                  </a:moveTo>
                  <a:lnTo>
                    <a:pt x="0" y="3453003"/>
                  </a:lnTo>
                  <a:lnTo>
                    <a:pt x="2861081" y="3453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2180" y="0"/>
              <a:ext cx="2870200" cy="3468370"/>
            </a:xfrm>
            <a:custGeom>
              <a:avLst/>
              <a:gdLst/>
              <a:ahLst/>
              <a:cxnLst/>
              <a:rect l="l" t="t" r="r" b="b"/>
              <a:pathLst>
                <a:path w="2870200" h="3468370">
                  <a:moveTo>
                    <a:pt x="2869819" y="0"/>
                  </a:moveTo>
                  <a:lnTo>
                    <a:pt x="0" y="0"/>
                  </a:lnTo>
                  <a:lnTo>
                    <a:pt x="0" y="3467989"/>
                  </a:lnTo>
                  <a:lnTo>
                    <a:pt x="2869819" y="16039"/>
                  </a:lnTo>
                  <a:lnTo>
                    <a:pt x="2869819" y="0"/>
                  </a:lnTo>
                  <a:close/>
                </a:path>
              </a:pathLst>
            </a:custGeom>
            <a:solidFill>
              <a:srgbClr val="D2D4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65570" y="0"/>
              <a:ext cx="2874010" cy="3468370"/>
            </a:xfrm>
            <a:custGeom>
              <a:avLst/>
              <a:gdLst/>
              <a:ahLst/>
              <a:cxnLst/>
              <a:rect l="l" t="t" r="r" b="b"/>
              <a:pathLst>
                <a:path w="2874009" h="3468370">
                  <a:moveTo>
                    <a:pt x="2873629" y="0"/>
                  </a:moveTo>
                  <a:lnTo>
                    <a:pt x="0" y="0"/>
                  </a:lnTo>
                  <a:lnTo>
                    <a:pt x="2873629" y="3467989"/>
                  </a:lnTo>
                  <a:lnTo>
                    <a:pt x="2873629" y="0"/>
                  </a:lnTo>
                  <a:close/>
                </a:path>
              </a:pathLst>
            </a:custGeom>
            <a:solidFill>
              <a:srgbClr val="CCB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42479" y="4577715"/>
              <a:ext cx="775335" cy="775335"/>
            </a:xfrm>
            <a:custGeom>
              <a:avLst/>
              <a:gdLst/>
              <a:ahLst/>
              <a:cxnLst/>
              <a:rect l="l" t="t" r="r" b="b"/>
              <a:pathLst>
                <a:path w="775334" h="775335">
                  <a:moveTo>
                    <a:pt x="387603" y="0"/>
                  </a:moveTo>
                  <a:lnTo>
                    <a:pt x="338973" y="3019"/>
                  </a:lnTo>
                  <a:lnTo>
                    <a:pt x="292147" y="11834"/>
                  </a:lnTo>
                  <a:lnTo>
                    <a:pt x="247491" y="26081"/>
                  </a:lnTo>
                  <a:lnTo>
                    <a:pt x="205365" y="45399"/>
                  </a:lnTo>
                  <a:lnTo>
                    <a:pt x="166133" y="69423"/>
                  </a:lnTo>
                  <a:lnTo>
                    <a:pt x="130158" y="97791"/>
                  </a:lnTo>
                  <a:lnTo>
                    <a:pt x="97803" y="130139"/>
                  </a:lnTo>
                  <a:lnTo>
                    <a:pt x="69430" y="166104"/>
                  </a:lnTo>
                  <a:lnTo>
                    <a:pt x="45403" y="205323"/>
                  </a:lnTo>
                  <a:lnTo>
                    <a:pt x="26083" y="247433"/>
                  </a:lnTo>
                  <a:lnTo>
                    <a:pt x="11834" y="292070"/>
                  </a:lnTo>
                  <a:lnTo>
                    <a:pt x="3019" y="338873"/>
                  </a:lnTo>
                  <a:lnTo>
                    <a:pt x="0" y="387477"/>
                  </a:lnTo>
                  <a:lnTo>
                    <a:pt x="3019" y="436080"/>
                  </a:lnTo>
                  <a:lnTo>
                    <a:pt x="11834" y="482883"/>
                  </a:lnTo>
                  <a:lnTo>
                    <a:pt x="26083" y="527520"/>
                  </a:lnTo>
                  <a:lnTo>
                    <a:pt x="45403" y="569630"/>
                  </a:lnTo>
                  <a:lnTo>
                    <a:pt x="69430" y="608849"/>
                  </a:lnTo>
                  <a:lnTo>
                    <a:pt x="97803" y="644814"/>
                  </a:lnTo>
                  <a:lnTo>
                    <a:pt x="130158" y="677162"/>
                  </a:lnTo>
                  <a:lnTo>
                    <a:pt x="166133" y="705530"/>
                  </a:lnTo>
                  <a:lnTo>
                    <a:pt x="205365" y="729554"/>
                  </a:lnTo>
                  <a:lnTo>
                    <a:pt x="247491" y="748872"/>
                  </a:lnTo>
                  <a:lnTo>
                    <a:pt x="292147" y="763119"/>
                  </a:lnTo>
                  <a:lnTo>
                    <a:pt x="338973" y="771934"/>
                  </a:lnTo>
                  <a:lnTo>
                    <a:pt x="387603" y="774954"/>
                  </a:lnTo>
                  <a:lnTo>
                    <a:pt x="436207" y="771934"/>
                  </a:lnTo>
                  <a:lnTo>
                    <a:pt x="483010" y="763119"/>
                  </a:lnTo>
                  <a:lnTo>
                    <a:pt x="527647" y="748872"/>
                  </a:lnTo>
                  <a:lnTo>
                    <a:pt x="569757" y="729554"/>
                  </a:lnTo>
                  <a:lnTo>
                    <a:pt x="608976" y="705530"/>
                  </a:lnTo>
                  <a:lnTo>
                    <a:pt x="644941" y="677162"/>
                  </a:lnTo>
                  <a:lnTo>
                    <a:pt x="677289" y="644814"/>
                  </a:lnTo>
                  <a:lnTo>
                    <a:pt x="705657" y="608849"/>
                  </a:lnTo>
                  <a:lnTo>
                    <a:pt x="729681" y="569630"/>
                  </a:lnTo>
                  <a:lnTo>
                    <a:pt x="748999" y="527520"/>
                  </a:lnTo>
                  <a:lnTo>
                    <a:pt x="763246" y="482883"/>
                  </a:lnTo>
                  <a:lnTo>
                    <a:pt x="772061" y="436080"/>
                  </a:lnTo>
                  <a:lnTo>
                    <a:pt x="775080" y="387477"/>
                  </a:lnTo>
                  <a:lnTo>
                    <a:pt x="772061" y="338873"/>
                  </a:lnTo>
                  <a:lnTo>
                    <a:pt x="763246" y="292070"/>
                  </a:lnTo>
                  <a:lnTo>
                    <a:pt x="748999" y="247433"/>
                  </a:lnTo>
                  <a:lnTo>
                    <a:pt x="729681" y="205323"/>
                  </a:lnTo>
                  <a:lnTo>
                    <a:pt x="705657" y="166104"/>
                  </a:lnTo>
                  <a:lnTo>
                    <a:pt x="677289" y="130139"/>
                  </a:lnTo>
                  <a:lnTo>
                    <a:pt x="644941" y="97791"/>
                  </a:lnTo>
                  <a:lnTo>
                    <a:pt x="608976" y="69423"/>
                  </a:lnTo>
                  <a:lnTo>
                    <a:pt x="569757" y="45399"/>
                  </a:lnTo>
                  <a:lnTo>
                    <a:pt x="527647" y="26081"/>
                  </a:lnTo>
                  <a:lnTo>
                    <a:pt x="483010" y="11834"/>
                  </a:lnTo>
                  <a:lnTo>
                    <a:pt x="436207" y="3019"/>
                  </a:lnTo>
                  <a:lnTo>
                    <a:pt x="387603" y="0"/>
                  </a:lnTo>
                  <a:close/>
                </a:path>
              </a:pathLst>
            </a:custGeom>
            <a:solidFill>
              <a:srgbClr val="1F2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93139" y="915161"/>
            <a:ext cx="58978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800" spc="-20" dirty="0">
                <a:solidFill>
                  <a:schemeClr val="accent2"/>
                </a:solidFill>
              </a:rPr>
              <a:t>Batch no-C14</a:t>
            </a:r>
            <a:endParaRPr sz="2800" spc="-20" dirty="0">
              <a:solidFill>
                <a:schemeClr val="accent2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35993" y="1816818"/>
            <a:ext cx="5897879" cy="3346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1F2C8F"/>
                </a:solidFill>
                <a:latin typeface="Times New Roman"/>
                <a:cs typeface="Times New Roman"/>
              </a:rPr>
              <a:t>Team</a:t>
            </a:r>
            <a:r>
              <a:rPr lang="en-US" sz="2800" b="1" spc="-20" dirty="0">
                <a:solidFill>
                  <a:srgbClr val="1F2C8F"/>
                </a:solidFill>
                <a:latin typeface="Times New Roman"/>
                <a:cs typeface="Times New Roman"/>
              </a:rPr>
              <a:t> members: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solidFill>
                  <a:srgbClr val="1F2C8F"/>
                </a:solidFill>
                <a:latin typeface="Times New Roman"/>
                <a:cs typeface="Times New Roman"/>
              </a:rPr>
              <a:t>PUNUGOTI</a:t>
            </a:r>
            <a:r>
              <a:rPr lang="en-IN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lang="en-IN" spc="-65" dirty="0">
                <a:solidFill>
                  <a:srgbClr val="1F2C8F"/>
                </a:solidFill>
                <a:latin typeface="Times New Roman"/>
                <a:cs typeface="Times New Roman"/>
              </a:rPr>
              <a:t>KALYANI</a:t>
            </a:r>
            <a:r>
              <a:rPr lang="en-IN" spc="-3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lang="en-IN" b="1" spc="-10" dirty="0">
                <a:solidFill>
                  <a:srgbClr val="1F2C8F"/>
                </a:solidFill>
                <a:latin typeface="Times New Roman"/>
                <a:cs typeface="Times New Roman"/>
              </a:rPr>
              <a:t>[</a:t>
            </a:r>
            <a:r>
              <a:rPr lang="en-IN" spc="-10" dirty="0">
                <a:solidFill>
                  <a:srgbClr val="1F2C8F"/>
                </a:solidFill>
                <a:latin typeface="Times New Roman"/>
                <a:cs typeface="Times New Roman"/>
              </a:rPr>
              <a:t>22761A04H9</a:t>
            </a:r>
            <a:r>
              <a:rPr lang="en-IN" b="1" spc="-10" dirty="0">
                <a:solidFill>
                  <a:srgbClr val="1F2C8F"/>
                </a:solidFill>
                <a:latin typeface="Times New Roman"/>
                <a:cs typeface="Times New Roman"/>
              </a:rPr>
              <a:t>]</a:t>
            </a:r>
            <a:endParaRPr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254"/>
              </a:spcBef>
            </a:pP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PRATHI</a:t>
            </a:r>
            <a:r>
              <a:rPr sz="1800" spc="-7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LEELA</a:t>
            </a:r>
            <a:r>
              <a:rPr sz="1800" spc="-1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PRAVALLIKA</a:t>
            </a:r>
            <a:r>
              <a:rPr sz="1800" b="1" spc="-10" dirty="0">
                <a:solidFill>
                  <a:srgbClr val="1F2C8F"/>
                </a:solidFill>
                <a:latin typeface="Times New Roman"/>
                <a:cs typeface="Times New Roman"/>
              </a:rPr>
              <a:t>[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22761A04H</a:t>
            </a:r>
            <a:r>
              <a:rPr lang="en-US"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7</a:t>
            </a:r>
            <a:r>
              <a:rPr sz="1800" b="1" spc="-10" dirty="0">
                <a:solidFill>
                  <a:srgbClr val="1F2C8F"/>
                </a:solidFill>
                <a:latin typeface="Times New Roman"/>
                <a:cs typeface="Times New Roman"/>
              </a:rPr>
              <a:t>]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DARAPUREDDY</a:t>
            </a:r>
            <a:r>
              <a:rPr sz="1800" spc="-80" dirty="0">
                <a:solidFill>
                  <a:srgbClr val="1F2C8F"/>
                </a:solidFill>
                <a:latin typeface="Times New Roman"/>
                <a:cs typeface="Times New Roman"/>
              </a:rPr>
              <a:t> KALYAN</a:t>
            </a: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KUMAR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1F2C8F"/>
                </a:solidFill>
                <a:latin typeface="Times New Roman"/>
                <a:cs typeface="Times New Roman"/>
              </a:rPr>
              <a:t>[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22761A04E4</a:t>
            </a:r>
            <a:r>
              <a:rPr sz="1800" b="1" spc="-10" dirty="0">
                <a:solidFill>
                  <a:srgbClr val="1F2C8F"/>
                </a:solidFill>
                <a:latin typeface="Times New Roman"/>
                <a:cs typeface="Times New Roman"/>
              </a:rPr>
              <a:t>]</a:t>
            </a:r>
            <a:endParaRPr lang="en-US" sz="1800" b="1" spc="-10" dirty="0">
              <a:solidFill>
                <a:srgbClr val="1F2C8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254"/>
              </a:spcBef>
            </a:pPr>
            <a:r>
              <a:rPr sz="1800" b="1" spc="-1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endParaRPr lang="en-US" sz="1800" b="1" spc="-10" dirty="0">
              <a:solidFill>
                <a:srgbClr val="1F2C8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254"/>
              </a:spcBef>
            </a:pPr>
            <a:r>
              <a:rPr lang="en-US" sz="1800" b="1" dirty="0">
                <a:solidFill>
                  <a:srgbClr val="1F2C8F"/>
                </a:solidFill>
                <a:latin typeface="Times New Roman"/>
                <a:cs typeface="Times New Roman"/>
              </a:rPr>
              <a:t>UNDER </a:t>
            </a:r>
            <a:r>
              <a:rPr sz="1800" b="1" dirty="0">
                <a:solidFill>
                  <a:srgbClr val="1F2C8F"/>
                </a:solidFill>
                <a:latin typeface="Times New Roman"/>
                <a:cs typeface="Times New Roman"/>
              </a:rPr>
              <a:t>THE</a:t>
            </a:r>
            <a:r>
              <a:rPr sz="1800" b="1" spc="-3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F2C8F"/>
                </a:solidFill>
                <a:latin typeface="Times New Roman"/>
                <a:cs typeface="Times New Roman"/>
              </a:rPr>
              <a:t>GUDIENCE</a:t>
            </a:r>
            <a:r>
              <a:rPr sz="1800" b="1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1F2C8F"/>
                </a:solidFill>
                <a:latin typeface="Times New Roman"/>
                <a:cs typeface="Times New Roman"/>
              </a:rPr>
              <a:t>OF: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lang="en-US" spc="-30" dirty="0" err="1">
                <a:solidFill>
                  <a:srgbClr val="1F2C8F"/>
                </a:solidFill>
                <a:latin typeface="Times New Roman"/>
                <a:cs typeface="Times New Roman"/>
              </a:rPr>
              <a:t>Mr.</a:t>
            </a:r>
            <a:r>
              <a:rPr spc="-30" dirty="0" err="1">
                <a:solidFill>
                  <a:srgbClr val="1F2C8F"/>
                </a:solidFill>
                <a:latin typeface="Times New Roman"/>
                <a:cs typeface="Times New Roman"/>
              </a:rPr>
              <a:t>CH.SIVARAMA</a:t>
            </a:r>
            <a:r>
              <a:rPr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1F2C8F"/>
                </a:solidFill>
                <a:latin typeface="Times New Roman"/>
                <a:cs typeface="Times New Roman"/>
              </a:rPr>
              <a:t>KRISHNA</a:t>
            </a:r>
            <a:endParaRPr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spc="-25" dirty="0">
                <a:solidFill>
                  <a:srgbClr val="1F2C8F"/>
                </a:solidFill>
                <a:latin typeface="Times New Roman"/>
                <a:cs typeface="Times New Roman"/>
              </a:rPr>
              <a:t>DEPARTMENT</a:t>
            </a:r>
            <a:r>
              <a:rPr sz="1800" b="1" spc="-7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F2C8F"/>
                </a:solidFill>
                <a:latin typeface="Times New Roman"/>
                <a:cs typeface="Times New Roman"/>
              </a:rPr>
              <a:t>OF</a:t>
            </a:r>
            <a:r>
              <a:rPr sz="1800" b="1" spc="-9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1F2C8F"/>
                </a:solidFill>
                <a:latin typeface="Times New Roman"/>
                <a:cs typeface="Times New Roman"/>
              </a:rPr>
              <a:t>ECE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78361" y="54635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F2C8F"/>
                </a:solidFill>
                <a:latin typeface="Arial Black"/>
                <a:cs typeface="Arial Black"/>
              </a:rPr>
              <a:t>2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64823" y="0"/>
            <a:ext cx="5727700" cy="6858000"/>
            <a:chOff x="6464823" y="0"/>
            <a:chExt cx="5727700" cy="6858000"/>
          </a:xfrm>
        </p:grpSpPr>
        <p:sp>
          <p:nvSpPr>
            <p:cNvPr id="3" name="object 3"/>
            <p:cNvSpPr/>
            <p:nvPr/>
          </p:nvSpPr>
          <p:spPr>
            <a:xfrm>
              <a:off x="6464823" y="3404996"/>
              <a:ext cx="2870835" cy="3453129"/>
            </a:xfrm>
            <a:custGeom>
              <a:avLst/>
              <a:gdLst/>
              <a:ahLst/>
              <a:cxnLst/>
              <a:rect l="l" t="t" r="r" b="b"/>
              <a:pathLst>
                <a:path w="2870834" h="3453129">
                  <a:moveTo>
                    <a:pt x="2870692" y="0"/>
                  </a:moveTo>
                  <a:lnTo>
                    <a:pt x="0" y="3453003"/>
                  </a:lnTo>
                  <a:lnTo>
                    <a:pt x="2870692" y="3453003"/>
                  </a:lnTo>
                  <a:lnTo>
                    <a:pt x="2870692" y="0"/>
                  </a:lnTo>
                  <a:close/>
                </a:path>
              </a:pathLst>
            </a:custGeom>
            <a:solidFill>
              <a:srgbClr val="F5CD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18498" y="3404996"/>
              <a:ext cx="2861310" cy="3453129"/>
            </a:xfrm>
            <a:custGeom>
              <a:avLst/>
              <a:gdLst/>
              <a:ahLst/>
              <a:cxnLst/>
              <a:rect l="l" t="t" r="r" b="b"/>
              <a:pathLst>
                <a:path w="2861309" h="3453129">
                  <a:moveTo>
                    <a:pt x="0" y="0"/>
                  </a:moveTo>
                  <a:lnTo>
                    <a:pt x="0" y="3453003"/>
                  </a:lnTo>
                  <a:lnTo>
                    <a:pt x="2861081" y="3453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2180" y="0"/>
              <a:ext cx="2870200" cy="3468370"/>
            </a:xfrm>
            <a:custGeom>
              <a:avLst/>
              <a:gdLst/>
              <a:ahLst/>
              <a:cxnLst/>
              <a:rect l="l" t="t" r="r" b="b"/>
              <a:pathLst>
                <a:path w="2870200" h="3468370">
                  <a:moveTo>
                    <a:pt x="2869819" y="0"/>
                  </a:moveTo>
                  <a:lnTo>
                    <a:pt x="0" y="0"/>
                  </a:lnTo>
                  <a:lnTo>
                    <a:pt x="0" y="3467989"/>
                  </a:lnTo>
                  <a:lnTo>
                    <a:pt x="2869819" y="16039"/>
                  </a:lnTo>
                  <a:lnTo>
                    <a:pt x="2869819" y="0"/>
                  </a:lnTo>
                  <a:close/>
                </a:path>
              </a:pathLst>
            </a:custGeom>
            <a:solidFill>
              <a:srgbClr val="D2D4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65570" y="0"/>
              <a:ext cx="2874010" cy="3468370"/>
            </a:xfrm>
            <a:custGeom>
              <a:avLst/>
              <a:gdLst/>
              <a:ahLst/>
              <a:cxnLst/>
              <a:rect l="l" t="t" r="r" b="b"/>
              <a:pathLst>
                <a:path w="2874009" h="3468370">
                  <a:moveTo>
                    <a:pt x="2873629" y="0"/>
                  </a:moveTo>
                  <a:lnTo>
                    <a:pt x="0" y="0"/>
                  </a:lnTo>
                  <a:lnTo>
                    <a:pt x="2873629" y="3467989"/>
                  </a:lnTo>
                  <a:lnTo>
                    <a:pt x="2873629" y="0"/>
                  </a:lnTo>
                  <a:close/>
                </a:path>
              </a:pathLst>
            </a:custGeom>
            <a:solidFill>
              <a:srgbClr val="CCB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42479" y="4577715"/>
              <a:ext cx="775335" cy="775335"/>
            </a:xfrm>
            <a:custGeom>
              <a:avLst/>
              <a:gdLst/>
              <a:ahLst/>
              <a:cxnLst/>
              <a:rect l="l" t="t" r="r" b="b"/>
              <a:pathLst>
                <a:path w="775334" h="775335">
                  <a:moveTo>
                    <a:pt x="387603" y="0"/>
                  </a:moveTo>
                  <a:lnTo>
                    <a:pt x="338973" y="3019"/>
                  </a:lnTo>
                  <a:lnTo>
                    <a:pt x="292147" y="11834"/>
                  </a:lnTo>
                  <a:lnTo>
                    <a:pt x="247491" y="26081"/>
                  </a:lnTo>
                  <a:lnTo>
                    <a:pt x="205365" y="45399"/>
                  </a:lnTo>
                  <a:lnTo>
                    <a:pt x="166133" y="69423"/>
                  </a:lnTo>
                  <a:lnTo>
                    <a:pt x="130158" y="97791"/>
                  </a:lnTo>
                  <a:lnTo>
                    <a:pt x="97803" y="130139"/>
                  </a:lnTo>
                  <a:lnTo>
                    <a:pt x="69430" y="166104"/>
                  </a:lnTo>
                  <a:lnTo>
                    <a:pt x="45403" y="205323"/>
                  </a:lnTo>
                  <a:lnTo>
                    <a:pt x="26083" y="247433"/>
                  </a:lnTo>
                  <a:lnTo>
                    <a:pt x="11834" y="292070"/>
                  </a:lnTo>
                  <a:lnTo>
                    <a:pt x="3019" y="338873"/>
                  </a:lnTo>
                  <a:lnTo>
                    <a:pt x="0" y="387477"/>
                  </a:lnTo>
                  <a:lnTo>
                    <a:pt x="3019" y="436080"/>
                  </a:lnTo>
                  <a:lnTo>
                    <a:pt x="11834" y="482883"/>
                  </a:lnTo>
                  <a:lnTo>
                    <a:pt x="26083" y="527520"/>
                  </a:lnTo>
                  <a:lnTo>
                    <a:pt x="45403" y="569630"/>
                  </a:lnTo>
                  <a:lnTo>
                    <a:pt x="69430" y="608849"/>
                  </a:lnTo>
                  <a:lnTo>
                    <a:pt x="97803" y="644814"/>
                  </a:lnTo>
                  <a:lnTo>
                    <a:pt x="130158" y="677162"/>
                  </a:lnTo>
                  <a:lnTo>
                    <a:pt x="166133" y="705530"/>
                  </a:lnTo>
                  <a:lnTo>
                    <a:pt x="205365" y="729554"/>
                  </a:lnTo>
                  <a:lnTo>
                    <a:pt x="247491" y="748872"/>
                  </a:lnTo>
                  <a:lnTo>
                    <a:pt x="292147" y="763119"/>
                  </a:lnTo>
                  <a:lnTo>
                    <a:pt x="338973" y="771934"/>
                  </a:lnTo>
                  <a:lnTo>
                    <a:pt x="387603" y="774954"/>
                  </a:lnTo>
                  <a:lnTo>
                    <a:pt x="436207" y="771934"/>
                  </a:lnTo>
                  <a:lnTo>
                    <a:pt x="483010" y="763119"/>
                  </a:lnTo>
                  <a:lnTo>
                    <a:pt x="527647" y="748872"/>
                  </a:lnTo>
                  <a:lnTo>
                    <a:pt x="569757" y="729554"/>
                  </a:lnTo>
                  <a:lnTo>
                    <a:pt x="608976" y="705530"/>
                  </a:lnTo>
                  <a:lnTo>
                    <a:pt x="644941" y="677162"/>
                  </a:lnTo>
                  <a:lnTo>
                    <a:pt x="677289" y="644814"/>
                  </a:lnTo>
                  <a:lnTo>
                    <a:pt x="705657" y="608849"/>
                  </a:lnTo>
                  <a:lnTo>
                    <a:pt x="729681" y="569630"/>
                  </a:lnTo>
                  <a:lnTo>
                    <a:pt x="748999" y="527520"/>
                  </a:lnTo>
                  <a:lnTo>
                    <a:pt x="763246" y="482883"/>
                  </a:lnTo>
                  <a:lnTo>
                    <a:pt x="772061" y="436080"/>
                  </a:lnTo>
                  <a:lnTo>
                    <a:pt x="775080" y="387477"/>
                  </a:lnTo>
                  <a:lnTo>
                    <a:pt x="772061" y="338873"/>
                  </a:lnTo>
                  <a:lnTo>
                    <a:pt x="763246" y="292070"/>
                  </a:lnTo>
                  <a:lnTo>
                    <a:pt x="748999" y="247433"/>
                  </a:lnTo>
                  <a:lnTo>
                    <a:pt x="729681" y="205323"/>
                  </a:lnTo>
                  <a:lnTo>
                    <a:pt x="705657" y="166104"/>
                  </a:lnTo>
                  <a:lnTo>
                    <a:pt x="677289" y="130139"/>
                  </a:lnTo>
                  <a:lnTo>
                    <a:pt x="644941" y="97791"/>
                  </a:lnTo>
                  <a:lnTo>
                    <a:pt x="608976" y="69423"/>
                  </a:lnTo>
                  <a:lnTo>
                    <a:pt x="569757" y="45399"/>
                  </a:lnTo>
                  <a:lnTo>
                    <a:pt x="527647" y="26081"/>
                  </a:lnTo>
                  <a:lnTo>
                    <a:pt x="483010" y="11834"/>
                  </a:lnTo>
                  <a:lnTo>
                    <a:pt x="436207" y="3019"/>
                  </a:lnTo>
                  <a:lnTo>
                    <a:pt x="387603" y="0"/>
                  </a:lnTo>
                  <a:close/>
                </a:path>
              </a:pathLst>
            </a:custGeom>
            <a:solidFill>
              <a:srgbClr val="1F2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93139" y="1998979"/>
            <a:ext cx="30454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0" spc="-35" dirty="0">
                <a:latin typeface="Arial Black"/>
                <a:cs typeface="Arial Black"/>
              </a:rPr>
              <a:t>Contents</a:t>
            </a:r>
            <a:endParaRPr b="0" spc="-35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2755969"/>
            <a:ext cx="3045460" cy="3152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1935">
              <a:lnSpc>
                <a:spcPct val="140000"/>
              </a:lnSpc>
              <a:spcBef>
                <a:spcPts val="95"/>
              </a:spcBef>
            </a:pPr>
            <a:r>
              <a:rPr sz="2400" spc="-10" dirty="0">
                <a:solidFill>
                  <a:schemeClr val="tx2"/>
                </a:solidFill>
                <a:latin typeface="Times New Roman"/>
                <a:cs typeface="Times New Roman"/>
              </a:rPr>
              <a:t>Abstract </a:t>
            </a:r>
            <a:endParaRPr lang="en-US" sz="2400" spc="-1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12700" marR="241935">
              <a:lnSpc>
                <a:spcPct val="140000"/>
              </a:lnSpc>
              <a:spcBef>
                <a:spcPts val="95"/>
              </a:spcBef>
            </a:pPr>
            <a:r>
              <a:rPr sz="2400" spc="-10" dirty="0">
                <a:solidFill>
                  <a:schemeClr val="tx2"/>
                </a:solidFill>
                <a:latin typeface="Times New Roman"/>
                <a:cs typeface="Times New Roman"/>
              </a:rPr>
              <a:t>Objectives Methodology</a:t>
            </a:r>
            <a:endParaRPr lang="en-US" sz="2400" spc="-1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12700" marR="241935">
              <a:lnSpc>
                <a:spcPct val="140000"/>
              </a:lnSpc>
              <a:spcBef>
                <a:spcPts val="95"/>
              </a:spcBef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dirty="0">
                <a:solidFill>
                  <a:schemeClr val="tx2"/>
                </a:solidFill>
                <a:latin typeface="Times New Roman"/>
                <a:cs typeface="Times New Roman"/>
              </a:rPr>
              <a:t>Expected</a:t>
            </a:r>
            <a:r>
              <a:rPr sz="2400" spc="-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Times New Roman"/>
                <a:cs typeface="Times New Roman"/>
              </a:rPr>
              <a:t>Outcomes</a:t>
            </a:r>
            <a:endParaRPr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78361" y="54635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F2C8F"/>
                </a:solidFill>
                <a:latin typeface="Arial Black"/>
                <a:cs typeface="Arial Black"/>
              </a:rPr>
              <a:t>3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104765" cy="6858000"/>
            <a:chOff x="0" y="0"/>
            <a:chExt cx="510476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543810" cy="6858000"/>
            </a:xfrm>
            <a:custGeom>
              <a:avLst/>
              <a:gdLst/>
              <a:ahLst/>
              <a:cxnLst/>
              <a:rect l="l" t="t" r="r" b="b"/>
              <a:pathLst>
                <a:path w="2543810" h="6858000">
                  <a:moveTo>
                    <a:pt x="0" y="6857999"/>
                  </a:moveTo>
                  <a:lnTo>
                    <a:pt x="2543805" y="6858000"/>
                  </a:lnTo>
                  <a:lnTo>
                    <a:pt x="2543805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D2D4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920"/>
              <a:ext cx="2539238" cy="25527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313173"/>
              <a:ext cx="2546350" cy="2545080"/>
            </a:xfrm>
            <a:custGeom>
              <a:avLst/>
              <a:gdLst/>
              <a:ahLst/>
              <a:cxnLst/>
              <a:rect l="l" t="t" r="r" b="b"/>
              <a:pathLst>
                <a:path w="2546350" h="2545079">
                  <a:moveTo>
                    <a:pt x="2546350" y="0"/>
                  </a:moveTo>
                  <a:lnTo>
                    <a:pt x="0" y="2536938"/>
                  </a:lnTo>
                  <a:lnTo>
                    <a:pt x="0" y="2544826"/>
                  </a:lnTo>
                  <a:lnTo>
                    <a:pt x="2546350" y="2544826"/>
                  </a:lnTo>
                  <a:lnTo>
                    <a:pt x="2546350" y="0"/>
                  </a:lnTo>
                  <a:close/>
                </a:path>
              </a:pathLst>
            </a:custGeom>
            <a:solidFill>
              <a:srgbClr val="DE8B8B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319131"/>
              <a:ext cx="2529840" cy="2539365"/>
            </a:xfrm>
            <a:custGeom>
              <a:avLst/>
              <a:gdLst/>
              <a:ahLst/>
              <a:cxnLst/>
              <a:rect l="l" t="t" r="r" b="b"/>
              <a:pathLst>
                <a:path w="2529840" h="2539365">
                  <a:moveTo>
                    <a:pt x="0" y="0"/>
                  </a:moveTo>
                  <a:lnTo>
                    <a:pt x="0" y="2538868"/>
                  </a:lnTo>
                  <a:lnTo>
                    <a:pt x="2529514" y="253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CD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43810" y="0"/>
              <a:ext cx="2560955" cy="2560320"/>
            </a:xfrm>
            <a:custGeom>
              <a:avLst/>
              <a:gdLst/>
              <a:ahLst/>
              <a:cxnLst/>
              <a:rect l="l" t="t" r="r" b="b"/>
              <a:pathLst>
                <a:path w="2560954" h="2560320">
                  <a:moveTo>
                    <a:pt x="2560447" y="0"/>
                  </a:moveTo>
                  <a:lnTo>
                    <a:pt x="0" y="0"/>
                  </a:lnTo>
                  <a:lnTo>
                    <a:pt x="0" y="2560320"/>
                  </a:lnTo>
                  <a:lnTo>
                    <a:pt x="48104" y="2559877"/>
                  </a:lnTo>
                  <a:lnTo>
                    <a:pt x="95993" y="2558554"/>
                  </a:lnTo>
                  <a:lnTo>
                    <a:pt x="143659" y="2556358"/>
                  </a:lnTo>
                  <a:lnTo>
                    <a:pt x="191095" y="2553297"/>
                  </a:lnTo>
                  <a:lnTo>
                    <a:pt x="238292" y="2549379"/>
                  </a:lnTo>
                  <a:lnTo>
                    <a:pt x="285243" y="2544611"/>
                  </a:lnTo>
                  <a:lnTo>
                    <a:pt x="331939" y="2539002"/>
                  </a:lnTo>
                  <a:lnTo>
                    <a:pt x="378375" y="2532559"/>
                  </a:lnTo>
                  <a:lnTo>
                    <a:pt x="424540" y="2525289"/>
                  </a:lnTo>
                  <a:lnTo>
                    <a:pt x="470429" y="2517201"/>
                  </a:lnTo>
                  <a:lnTo>
                    <a:pt x="516033" y="2508303"/>
                  </a:lnTo>
                  <a:lnTo>
                    <a:pt x="561344" y="2498601"/>
                  </a:lnTo>
                  <a:lnTo>
                    <a:pt x="606355" y="2488104"/>
                  </a:lnTo>
                  <a:lnTo>
                    <a:pt x="651058" y="2476819"/>
                  </a:lnTo>
                  <a:lnTo>
                    <a:pt x="695445" y="2464754"/>
                  </a:lnTo>
                  <a:lnTo>
                    <a:pt x="739508" y="2451917"/>
                  </a:lnTo>
                  <a:lnTo>
                    <a:pt x="783241" y="2438316"/>
                  </a:lnTo>
                  <a:lnTo>
                    <a:pt x="826634" y="2423959"/>
                  </a:lnTo>
                  <a:lnTo>
                    <a:pt x="869680" y="2408852"/>
                  </a:lnTo>
                  <a:lnTo>
                    <a:pt x="912372" y="2393004"/>
                  </a:lnTo>
                  <a:lnTo>
                    <a:pt x="954702" y="2376423"/>
                  </a:lnTo>
                  <a:lnTo>
                    <a:pt x="996662" y="2359116"/>
                  </a:lnTo>
                  <a:lnTo>
                    <a:pt x="1038244" y="2341091"/>
                  </a:lnTo>
                  <a:lnTo>
                    <a:pt x="1079441" y="2322356"/>
                  </a:lnTo>
                  <a:lnTo>
                    <a:pt x="1120244" y="2302918"/>
                  </a:lnTo>
                  <a:lnTo>
                    <a:pt x="1160647" y="2282786"/>
                  </a:lnTo>
                  <a:lnTo>
                    <a:pt x="1200641" y="2261966"/>
                  </a:lnTo>
                  <a:lnTo>
                    <a:pt x="1240219" y="2240467"/>
                  </a:lnTo>
                  <a:lnTo>
                    <a:pt x="1279372" y="2218297"/>
                  </a:lnTo>
                  <a:lnTo>
                    <a:pt x="1318094" y="2195463"/>
                  </a:lnTo>
                  <a:lnTo>
                    <a:pt x="1356376" y="2171973"/>
                  </a:lnTo>
                  <a:lnTo>
                    <a:pt x="1394211" y="2147834"/>
                  </a:lnTo>
                  <a:lnTo>
                    <a:pt x="1431591" y="2123055"/>
                  </a:lnTo>
                  <a:lnTo>
                    <a:pt x="1468509" y="2097643"/>
                  </a:lnTo>
                  <a:lnTo>
                    <a:pt x="1504955" y="2071606"/>
                  </a:lnTo>
                  <a:lnTo>
                    <a:pt x="1540924" y="2044951"/>
                  </a:lnTo>
                  <a:lnTo>
                    <a:pt x="1576406" y="2017687"/>
                  </a:lnTo>
                  <a:lnTo>
                    <a:pt x="1611395" y="1989821"/>
                  </a:lnTo>
                  <a:lnTo>
                    <a:pt x="1645883" y="1961360"/>
                  </a:lnTo>
                  <a:lnTo>
                    <a:pt x="1679861" y="1932314"/>
                  </a:lnTo>
                  <a:lnTo>
                    <a:pt x="1713322" y="1902688"/>
                  </a:lnTo>
                  <a:lnTo>
                    <a:pt x="1746259" y="1872491"/>
                  </a:lnTo>
                  <a:lnTo>
                    <a:pt x="1778663" y="1841732"/>
                  </a:lnTo>
                  <a:lnTo>
                    <a:pt x="1810527" y="1810416"/>
                  </a:lnTo>
                  <a:lnTo>
                    <a:pt x="1841844" y="1778553"/>
                  </a:lnTo>
                  <a:lnTo>
                    <a:pt x="1872605" y="1746150"/>
                  </a:lnTo>
                  <a:lnTo>
                    <a:pt x="1902802" y="1713214"/>
                  </a:lnTo>
                  <a:lnTo>
                    <a:pt x="1932429" y="1679754"/>
                  </a:lnTo>
                  <a:lnTo>
                    <a:pt x="1961476" y="1645777"/>
                  </a:lnTo>
                  <a:lnTo>
                    <a:pt x="1989938" y="1611291"/>
                  </a:lnTo>
                  <a:lnTo>
                    <a:pt x="2017805" y="1576304"/>
                  </a:lnTo>
                  <a:lnTo>
                    <a:pt x="2045070" y="1540823"/>
                  </a:lnTo>
                  <a:lnTo>
                    <a:pt x="2071725" y="1504856"/>
                  </a:lnTo>
                  <a:lnTo>
                    <a:pt x="2097763" y="1468411"/>
                  </a:lnTo>
                  <a:lnTo>
                    <a:pt x="2123175" y="1431495"/>
                  </a:lnTo>
                  <a:lnTo>
                    <a:pt x="2147955" y="1394117"/>
                  </a:lnTo>
                  <a:lnTo>
                    <a:pt x="2172094" y="1356284"/>
                  </a:lnTo>
                  <a:lnTo>
                    <a:pt x="2195585" y="1318004"/>
                  </a:lnTo>
                  <a:lnTo>
                    <a:pt x="2218420" y="1279284"/>
                  </a:lnTo>
                  <a:lnTo>
                    <a:pt x="2240590" y="1240132"/>
                  </a:lnTo>
                  <a:lnTo>
                    <a:pt x="2262089" y="1200556"/>
                  </a:lnTo>
                  <a:lnTo>
                    <a:pt x="2282909" y="1160564"/>
                  </a:lnTo>
                  <a:lnTo>
                    <a:pt x="2303042" y="1120164"/>
                  </a:lnTo>
                  <a:lnTo>
                    <a:pt x="2322480" y="1079362"/>
                  </a:lnTo>
                  <a:lnTo>
                    <a:pt x="2341216" y="1038168"/>
                  </a:lnTo>
                  <a:lnTo>
                    <a:pt x="2359241" y="996588"/>
                  </a:lnTo>
                  <a:lnTo>
                    <a:pt x="2376548" y="954631"/>
                  </a:lnTo>
                  <a:lnTo>
                    <a:pt x="2393130" y="912304"/>
                  </a:lnTo>
                  <a:lnTo>
                    <a:pt x="2408978" y="869614"/>
                  </a:lnTo>
                  <a:lnTo>
                    <a:pt x="2424084" y="826571"/>
                  </a:lnTo>
                  <a:lnTo>
                    <a:pt x="2438442" y="783180"/>
                  </a:lnTo>
                  <a:lnTo>
                    <a:pt x="2452044" y="739451"/>
                  </a:lnTo>
                  <a:lnTo>
                    <a:pt x="2464881" y="695390"/>
                  </a:lnTo>
                  <a:lnTo>
                    <a:pt x="2476945" y="651006"/>
                  </a:lnTo>
                  <a:lnTo>
                    <a:pt x="2488230" y="606307"/>
                  </a:lnTo>
                  <a:lnTo>
                    <a:pt x="2498727" y="561299"/>
                  </a:lnTo>
                  <a:lnTo>
                    <a:pt x="2508429" y="515991"/>
                  </a:lnTo>
                  <a:lnTo>
                    <a:pt x="2517328" y="470391"/>
                  </a:lnTo>
                  <a:lnTo>
                    <a:pt x="2525416" y="424505"/>
                  </a:lnTo>
                  <a:lnTo>
                    <a:pt x="2532686" y="378343"/>
                  </a:lnTo>
                  <a:lnTo>
                    <a:pt x="2539129" y="331911"/>
                  </a:lnTo>
                  <a:lnTo>
                    <a:pt x="2544738" y="285218"/>
                  </a:lnTo>
                  <a:lnTo>
                    <a:pt x="2549506" y="238271"/>
                  </a:lnTo>
                  <a:lnTo>
                    <a:pt x="2553424" y="191078"/>
                  </a:lnTo>
                  <a:lnTo>
                    <a:pt x="2556485" y="143647"/>
                  </a:lnTo>
                  <a:lnTo>
                    <a:pt x="2558681" y="95985"/>
                  </a:lnTo>
                  <a:lnTo>
                    <a:pt x="2560004" y="48100"/>
                  </a:lnTo>
                  <a:lnTo>
                    <a:pt x="2560447" y="0"/>
                  </a:lnTo>
                  <a:close/>
                </a:path>
              </a:pathLst>
            </a:custGeom>
            <a:solidFill>
              <a:srgbClr val="DDE7F6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ABTRACT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Image</a:t>
            </a:r>
            <a:r>
              <a:rPr spc="-35" dirty="0"/>
              <a:t> </a:t>
            </a:r>
            <a:r>
              <a:rPr dirty="0"/>
              <a:t>processing</a:t>
            </a:r>
            <a:r>
              <a:rPr spc="-30" dirty="0"/>
              <a:t> </a:t>
            </a:r>
            <a:r>
              <a:rPr dirty="0"/>
              <a:t>plays</a:t>
            </a:r>
            <a:r>
              <a:rPr spc="-60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dirty="0"/>
              <a:t>important</a:t>
            </a:r>
            <a:r>
              <a:rPr spc="-30" dirty="0"/>
              <a:t> </a:t>
            </a:r>
            <a:r>
              <a:rPr dirty="0"/>
              <a:t>role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communication</a:t>
            </a:r>
            <a:r>
              <a:rPr spc="-35" dirty="0"/>
              <a:t> </a:t>
            </a:r>
            <a:r>
              <a:rPr dirty="0"/>
              <a:t>systems.</a:t>
            </a:r>
            <a:r>
              <a:rPr spc="-80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spc="-10" dirty="0"/>
              <a:t>project implements</a:t>
            </a:r>
            <a:r>
              <a:rPr spc="-5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efficient</a:t>
            </a:r>
            <a:r>
              <a:rPr spc="-60" dirty="0"/>
              <a:t> </a:t>
            </a:r>
            <a:r>
              <a:rPr dirty="0"/>
              <a:t>edge</a:t>
            </a:r>
            <a:r>
              <a:rPr spc="-30" dirty="0"/>
              <a:t> </a:t>
            </a:r>
            <a:r>
              <a:rPr dirty="0"/>
              <a:t>detection</a:t>
            </a:r>
            <a:r>
              <a:rPr spc="-45" dirty="0"/>
              <a:t> </a:t>
            </a:r>
            <a:r>
              <a:rPr dirty="0"/>
              <a:t>algorithm</a:t>
            </a:r>
            <a:r>
              <a:rPr spc="-45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spc="-10" dirty="0"/>
              <a:t>FPGA</a:t>
            </a:r>
            <a:r>
              <a:rPr spc="-100" dirty="0"/>
              <a:t> </a:t>
            </a:r>
            <a:r>
              <a:rPr dirty="0"/>
              <a:t>hardware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extract </a:t>
            </a:r>
            <a:r>
              <a:rPr dirty="0"/>
              <a:t>accurate</a:t>
            </a:r>
            <a:r>
              <a:rPr spc="-65" dirty="0"/>
              <a:t> </a:t>
            </a:r>
            <a:r>
              <a:rPr dirty="0"/>
              <a:t>edges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reduce</a:t>
            </a:r>
            <a:r>
              <a:rPr spc="-35" dirty="0"/>
              <a:t> </a:t>
            </a:r>
            <a:r>
              <a:rPr dirty="0"/>
              <a:t>image</a:t>
            </a:r>
            <a:r>
              <a:rPr spc="-1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size.</a:t>
            </a:r>
            <a:r>
              <a:rPr spc="-110" dirty="0"/>
              <a:t> </a:t>
            </a:r>
            <a:r>
              <a:rPr dirty="0"/>
              <a:t>A</a:t>
            </a:r>
            <a:r>
              <a:rPr spc="-114" dirty="0"/>
              <a:t> </a:t>
            </a:r>
            <a:r>
              <a:rPr dirty="0"/>
              <a:t>512×512</a:t>
            </a:r>
            <a:r>
              <a:rPr spc="-40" dirty="0"/>
              <a:t> </a:t>
            </a:r>
            <a:r>
              <a:rPr dirty="0"/>
              <a:t>pixel</a:t>
            </a:r>
            <a:r>
              <a:rPr spc="-15" dirty="0"/>
              <a:t> </a:t>
            </a: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10" dirty="0"/>
              <a:t>preprocessed </a:t>
            </a:r>
            <a:r>
              <a:rPr dirty="0"/>
              <a:t>in</a:t>
            </a:r>
            <a:r>
              <a:rPr spc="-25" dirty="0"/>
              <a:t> MATLAB,</a:t>
            </a:r>
            <a:r>
              <a:rPr spc="-20" dirty="0"/>
              <a:t> </a:t>
            </a:r>
            <a:r>
              <a:rPr dirty="0"/>
              <a:t>converted</a:t>
            </a:r>
            <a:r>
              <a:rPr spc="-40" dirty="0"/>
              <a:t> </a:t>
            </a:r>
            <a:r>
              <a:rPr dirty="0"/>
              <a:t>into</a:t>
            </a:r>
            <a:r>
              <a:rPr spc="-3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hexadecimal</a:t>
            </a:r>
            <a:r>
              <a:rPr spc="-35" dirty="0"/>
              <a:t> </a:t>
            </a:r>
            <a:r>
              <a:rPr dirty="0"/>
              <a:t>text</a:t>
            </a:r>
            <a:r>
              <a:rPr spc="-40" dirty="0"/>
              <a:t> </a:t>
            </a:r>
            <a:r>
              <a:rPr dirty="0"/>
              <a:t>file,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given</a:t>
            </a:r>
            <a:r>
              <a:rPr spc="-45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input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Verilog HDL</a:t>
            </a:r>
            <a:r>
              <a:rPr spc="-90" dirty="0"/>
              <a:t> </a:t>
            </a:r>
            <a:r>
              <a:rPr dirty="0"/>
              <a:t>module</a:t>
            </a:r>
            <a:r>
              <a:rPr spc="-1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spc="-10" dirty="0"/>
              <a:t>Sobel-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edge</a:t>
            </a:r>
            <a:r>
              <a:rPr spc="-20" dirty="0"/>
              <a:t> </a:t>
            </a:r>
            <a:r>
              <a:rPr dirty="0"/>
              <a:t>detection.</a:t>
            </a:r>
            <a:r>
              <a:rPr spc="-55" dirty="0"/>
              <a:t> </a:t>
            </a:r>
            <a:r>
              <a:rPr dirty="0"/>
              <a:t>Noise</a:t>
            </a:r>
            <a:r>
              <a:rPr spc="-35" dirty="0"/>
              <a:t> </a:t>
            </a:r>
            <a:r>
              <a:rPr dirty="0"/>
              <a:t>filtering</a:t>
            </a:r>
            <a:r>
              <a:rPr spc="-4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applied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remove </a:t>
            </a:r>
            <a:r>
              <a:rPr dirty="0"/>
              <a:t>unwanted</a:t>
            </a:r>
            <a:r>
              <a:rPr spc="-5" dirty="0"/>
              <a:t> </a:t>
            </a:r>
            <a:r>
              <a:rPr dirty="0"/>
              <a:t>variations,</a:t>
            </a:r>
            <a:r>
              <a:rPr spc="-25" dirty="0"/>
              <a:t> </a:t>
            </a:r>
            <a:r>
              <a:rPr dirty="0"/>
              <a:t>and the</a:t>
            </a:r>
            <a:r>
              <a:rPr spc="-15" dirty="0"/>
              <a:t> </a:t>
            </a:r>
            <a:r>
              <a:rPr dirty="0"/>
              <a:t>image</a:t>
            </a:r>
            <a:r>
              <a:rPr spc="-5" dirty="0"/>
              <a:t> </a:t>
            </a:r>
            <a:r>
              <a:rPr dirty="0"/>
              <a:t>intensity</a:t>
            </a:r>
            <a:r>
              <a:rPr spc="-30" dirty="0"/>
              <a:t> </a:t>
            </a:r>
            <a:r>
              <a:rPr dirty="0"/>
              <a:t>range is</a:t>
            </a:r>
            <a:r>
              <a:rPr spc="-20" dirty="0"/>
              <a:t> </a:t>
            </a:r>
            <a:r>
              <a:rPr dirty="0"/>
              <a:t>maintained</a:t>
            </a:r>
            <a:r>
              <a:rPr spc="-20" dirty="0"/>
              <a:t> </a:t>
            </a:r>
            <a:r>
              <a:rPr dirty="0"/>
              <a:t>between</a:t>
            </a:r>
            <a:r>
              <a:rPr spc="-10" dirty="0"/>
              <a:t> </a:t>
            </a:r>
            <a:r>
              <a:rPr dirty="0"/>
              <a:t>0–255</a:t>
            </a:r>
            <a:r>
              <a:rPr spc="-15" dirty="0"/>
              <a:t> </a:t>
            </a:r>
            <a:r>
              <a:rPr spc="-25" dirty="0"/>
              <a:t>to </a:t>
            </a:r>
            <a:r>
              <a:rPr dirty="0"/>
              <a:t>improve</a:t>
            </a:r>
            <a:r>
              <a:rPr spc="-35" dirty="0"/>
              <a:t> </a:t>
            </a:r>
            <a:r>
              <a:rPr spc="-20" dirty="0"/>
              <a:t>accuracy.</a:t>
            </a:r>
            <a:r>
              <a:rPr spc="-70" dirty="0"/>
              <a:t> </a:t>
            </a:r>
            <a:r>
              <a:rPr dirty="0"/>
              <a:t>Converting</a:t>
            </a:r>
            <a:r>
              <a:rPr spc="-3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image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black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white</a:t>
            </a:r>
            <a:r>
              <a:rPr spc="-35" dirty="0"/>
              <a:t> </a:t>
            </a:r>
            <a:r>
              <a:rPr dirty="0"/>
              <a:t>reduces</a:t>
            </a:r>
            <a:r>
              <a:rPr spc="-45" dirty="0"/>
              <a:t> </a:t>
            </a:r>
            <a:r>
              <a:rPr dirty="0"/>
              <a:t>memory</a:t>
            </a:r>
            <a:r>
              <a:rPr spc="-25" dirty="0"/>
              <a:t> </a:t>
            </a:r>
            <a:r>
              <a:rPr spc="-10" dirty="0"/>
              <a:t>usage, </a:t>
            </a:r>
            <a:r>
              <a:rPr dirty="0"/>
              <a:t>while</a:t>
            </a:r>
            <a:r>
              <a:rPr spc="-45" dirty="0"/>
              <a:t> </a:t>
            </a:r>
            <a:r>
              <a:rPr spc="-50" dirty="0"/>
              <a:t>FPGA’s</a:t>
            </a:r>
            <a:r>
              <a:rPr spc="-25" dirty="0"/>
              <a:t> </a:t>
            </a:r>
            <a:r>
              <a:rPr dirty="0"/>
              <a:t>parallel</a:t>
            </a:r>
            <a:r>
              <a:rPr spc="-45" dirty="0"/>
              <a:t> </a:t>
            </a:r>
            <a:r>
              <a:rPr dirty="0"/>
              <a:t>processing</a:t>
            </a:r>
            <a:r>
              <a:rPr spc="-45" dirty="0"/>
              <a:t> </a:t>
            </a:r>
            <a:r>
              <a:rPr dirty="0"/>
              <a:t>enhances</a:t>
            </a:r>
            <a:r>
              <a:rPr spc="-55" dirty="0"/>
              <a:t> </a:t>
            </a:r>
            <a:r>
              <a:rPr dirty="0"/>
              <a:t>speed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efficiency.</a:t>
            </a:r>
            <a:r>
              <a:rPr spc="-9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results</a:t>
            </a:r>
            <a:r>
              <a:rPr spc="-50" dirty="0"/>
              <a:t> </a:t>
            </a:r>
            <a:r>
              <a:rPr spc="-20" dirty="0"/>
              <a:t>show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parameters</a:t>
            </a:r>
            <a:r>
              <a:rPr spc="-50" dirty="0"/>
              <a:t> </a:t>
            </a:r>
            <a:r>
              <a:rPr dirty="0"/>
              <a:t>such</a:t>
            </a:r>
            <a:r>
              <a:rPr spc="-3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threshold</a:t>
            </a:r>
            <a:r>
              <a:rPr spc="-50" dirty="0"/>
              <a:t> </a:t>
            </a:r>
            <a:r>
              <a:rPr dirty="0"/>
              <a:t>value,</a:t>
            </a:r>
            <a:r>
              <a:rPr spc="-45" dirty="0"/>
              <a:t> </a:t>
            </a:r>
            <a:r>
              <a:rPr dirty="0"/>
              <a:t>noise</a:t>
            </a:r>
            <a:r>
              <a:rPr spc="-35" dirty="0"/>
              <a:t> </a:t>
            </a:r>
            <a:r>
              <a:rPr dirty="0"/>
              <a:t>filtering,</a:t>
            </a:r>
            <a:r>
              <a:rPr spc="-5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intensity</a:t>
            </a:r>
            <a:r>
              <a:rPr spc="-55" dirty="0"/>
              <a:t> </a:t>
            </a:r>
            <a:r>
              <a:rPr dirty="0"/>
              <a:t>range</a:t>
            </a:r>
            <a:r>
              <a:rPr spc="-35" dirty="0"/>
              <a:t> </a:t>
            </a:r>
            <a:r>
              <a:rPr spc="-10" dirty="0"/>
              <a:t>greatly </a:t>
            </a:r>
            <a:r>
              <a:rPr dirty="0"/>
              <a:t>influence</a:t>
            </a:r>
            <a:r>
              <a:rPr spc="-50" dirty="0"/>
              <a:t> </a:t>
            </a:r>
            <a:r>
              <a:rPr dirty="0"/>
              <a:t>edge</a:t>
            </a:r>
            <a:r>
              <a:rPr spc="-35" dirty="0"/>
              <a:t> </a:t>
            </a:r>
            <a:r>
              <a:rPr dirty="0"/>
              <a:t>clarity</a:t>
            </a:r>
            <a:r>
              <a:rPr spc="-5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precision.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278361" y="54635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F2C8F"/>
                </a:solidFill>
                <a:latin typeface="Arial Black"/>
                <a:cs typeface="Arial Black"/>
              </a:rPr>
              <a:t>4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79251" y="54635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F2C8F"/>
                </a:solidFill>
                <a:latin typeface="Arial Black"/>
                <a:cs typeface="Arial Black"/>
              </a:rPr>
              <a:t>5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2283333"/>
            <a:ext cx="3067050" cy="2072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5910" algn="l"/>
              </a:tabLst>
            </a:pP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design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and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implement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an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edge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detection</a:t>
            </a:r>
            <a:r>
              <a:rPr sz="1800" spc="-6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algorithm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on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FPGA</a:t>
            </a:r>
            <a:r>
              <a:rPr sz="1800" spc="-10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hardware</a:t>
            </a:r>
            <a:r>
              <a:rPr sz="1800" spc="-5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using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Verilog 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HDL.</a:t>
            </a:r>
            <a:endParaRPr sz="1800">
              <a:latin typeface="Times New Roman"/>
              <a:cs typeface="Times New Roman"/>
            </a:endParaRPr>
          </a:p>
          <a:p>
            <a:pPr marL="295910" marR="184785" indent="-28384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95910" algn="l"/>
              </a:tabLst>
            </a:pP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reduce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image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size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memory</a:t>
            </a:r>
            <a:r>
              <a:rPr sz="1800" spc="-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usage</a:t>
            </a:r>
            <a:r>
              <a:rPr sz="1800" spc="-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by</a:t>
            </a:r>
            <a:r>
              <a:rPr sz="1800" spc="-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detecting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only</a:t>
            </a: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edges</a:t>
            </a: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image.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1686" y="2255901"/>
            <a:ext cx="3109595" cy="35179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95910" marR="154305" indent="-283845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95910" algn="l"/>
              </a:tabLst>
            </a:pP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improve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the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processing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speed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compared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software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implementations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by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using 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FPGA’s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parallel</a:t>
            </a:r>
            <a:r>
              <a:rPr sz="1800" spc="-7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architecture.</a:t>
            </a:r>
            <a:endParaRPr sz="1800">
              <a:latin typeface="Times New Roman"/>
              <a:cs typeface="Times New Roman"/>
            </a:endParaRPr>
          </a:p>
          <a:p>
            <a:pPr marL="295910" marR="5080" indent="-283845">
              <a:lnSpc>
                <a:spcPct val="90000"/>
              </a:lnSpc>
              <a:spcBef>
                <a:spcPts val="980"/>
              </a:spcBef>
              <a:buFont typeface="Arial MT"/>
              <a:buChar char="•"/>
              <a:tabLst>
                <a:tab pos="295910" algn="l"/>
              </a:tabLst>
            </a:pP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study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effect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parameters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such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as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threshold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value,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intensity</a:t>
            </a:r>
            <a:r>
              <a:rPr sz="1800" spc="-5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range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(0–255),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noise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filtering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on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edge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quality.</a:t>
            </a:r>
            <a:endParaRPr sz="1800">
              <a:latin typeface="Times New Roman"/>
              <a:cs typeface="Times New Roman"/>
            </a:endParaRPr>
          </a:p>
          <a:p>
            <a:pPr marL="295910" marR="130175" indent="-283845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95910" algn="l"/>
              </a:tabLst>
            </a:pP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convert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512×512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pixel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image into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black-and-white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edge</a:t>
            </a:r>
            <a:r>
              <a:rPr sz="1800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image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for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 efficient processing.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-2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3467100"/>
            </a:xfrm>
            <a:custGeom>
              <a:avLst/>
              <a:gdLst/>
              <a:ahLst/>
              <a:cxnLst/>
              <a:rect l="l" t="t" r="r" b="b"/>
              <a:pathLst>
                <a:path w="12192000" h="3467100">
                  <a:moveTo>
                    <a:pt x="0" y="3466719"/>
                  </a:moveTo>
                  <a:lnTo>
                    <a:pt x="12192000" y="3466719"/>
                  </a:lnTo>
                  <a:lnTo>
                    <a:pt x="12191939" y="0"/>
                  </a:lnTo>
                  <a:lnTo>
                    <a:pt x="0" y="0"/>
                  </a:lnTo>
                  <a:lnTo>
                    <a:pt x="0" y="3466719"/>
                  </a:lnTo>
                  <a:close/>
                </a:path>
              </a:pathLst>
            </a:custGeom>
            <a:solidFill>
              <a:srgbClr val="F5CD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3344" y="420433"/>
              <a:ext cx="11305540" cy="6026785"/>
            </a:xfrm>
            <a:custGeom>
              <a:avLst/>
              <a:gdLst/>
              <a:ahLst/>
              <a:cxnLst/>
              <a:rect l="l" t="t" r="r" b="b"/>
              <a:pathLst>
                <a:path w="11305540" h="6026785">
                  <a:moveTo>
                    <a:pt x="11305286" y="0"/>
                  </a:moveTo>
                  <a:lnTo>
                    <a:pt x="0" y="0"/>
                  </a:lnTo>
                  <a:lnTo>
                    <a:pt x="0" y="6026784"/>
                  </a:lnTo>
                  <a:lnTo>
                    <a:pt x="11305286" y="6026784"/>
                  </a:lnTo>
                  <a:lnTo>
                    <a:pt x="11305286" y="0"/>
                  </a:lnTo>
                  <a:close/>
                </a:path>
              </a:pathLst>
            </a:custGeom>
            <a:solidFill>
              <a:srgbClr val="FCF9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3550" y="3999991"/>
              <a:ext cx="2838450" cy="2858135"/>
            </a:xfrm>
            <a:custGeom>
              <a:avLst/>
              <a:gdLst/>
              <a:ahLst/>
              <a:cxnLst/>
              <a:rect l="l" t="t" r="r" b="b"/>
              <a:pathLst>
                <a:path w="2838450" h="2858134">
                  <a:moveTo>
                    <a:pt x="2838450" y="0"/>
                  </a:moveTo>
                  <a:lnTo>
                    <a:pt x="2559557" y="14096"/>
                  </a:lnTo>
                  <a:lnTo>
                    <a:pt x="2511742" y="19359"/>
                  </a:lnTo>
                  <a:lnTo>
                    <a:pt x="2464167" y="25406"/>
                  </a:lnTo>
                  <a:lnTo>
                    <a:pt x="2416840" y="32231"/>
                  </a:lnTo>
                  <a:lnTo>
                    <a:pt x="2369768" y="39827"/>
                  </a:lnTo>
                  <a:lnTo>
                    <a:pt x="2322956" y="48187"/>
                  </a:lnTo>
                  <a:lnTo>
                    <a:pt x="2276412" y="57306"/>
                  </a:lnTo>
                  <a:lnTo>
                    <a:pt x="2230142" y="67175"/>
                  </a:lnTo>
                  <a:lnTo>
                    <a:pt x="2184152" y="77789"/>
                  </a:lnTo>
                  <a:lnTo>
                    <a:pt x="2138451" y="89141"/>
                  </a:lnTo>
                  <a:lnTo>
                    <a:pt x="2093043" y="101224"/>
                  </a:lnTo>
                  <a:lnTo>
                    <a:pt x="2047936" y="114033"/>
                  </a:lnTo>
                  <a:lnTo>
                    <a:pt x="2003137" y="127559"/>
                  </a:lnTo>
                  <a:lnTo>
                    <a:pt x="1958651" y="141796"/>
                  </a:lnTo>
                  <a:lnTo>
                    <a:pt x="1914486" y="156739"/>
                  </a:lnTo>
                  <a:lnTo>
                    <a:pt x="1870648" y="172380"/>
                  </a:lnTo>
                  <a:lnTo>
                    <a:pt x="1827144" y="188712"/>
                  </a:lnTo>
                  <a:lnTo>
                    <a:pt x="1783980" y="205729"/>
                  </a:lnTo>
                  <a:lnTo>
                    <a:pt x="1741163" y="223425"/>
                  </a:lnTo>
                  <a:lnTo>
                    <a:pt x="1698701" y="241792"/>
                  </a:lnTo>
                  <a:lnTo>
                    <a:pt x="1656598" y="260825"/>
                  </a:lnTo>
                  <a:lnTo>
                    <a:pt x="1614862" y="280516"/>
                  </a:lnTo>
                  <a:lnTo>
                    <a:pt x="1573500" y="300859"/>
                  </a:lnTo>
                  <a:lnTo>
                    <a:pt x="1532518" y="321847"/>
                  </a:lnTo>
                  <a:lnTo>
                    <a:pt x="1491923" y="343473"/>
                  </a:lnTo>
                  <a:lnTo>
                    <a:pt x="1451722" y="365732"/>
                  </a:lnTo>
                  <a:lnTo>
                    <a:pt x="1411920" y="388616"/>
                  </a:lnTo>
                  <a:lnTo>
                    <a:pt x="1372526" y="412119"/>
                  </a:lnTo>
                  <a:lnTo>
                    <a:pt x="1333544" y="436234"/>
                  </a:lnTo>
                  <a:lnTo>
                    <a:pt x="1294983" y="460954"/>
                  </a:lnTo>
                  <a:lnTo>
                    <a:pt x="1256848" y="486273"/>
                  </a:lnTo>
                  <a:lnTo>
                    <a:pt x="1219146" y="512184"/>
                  </a:lnTo>
                  <a:lnTo>
                    <a:pt x="1181884" y="538681"/>
                  </a:lnTo>
                  <a:lnTo>
                    <a:pt x="1145069" y="565757"/>
                  </a:lnTo>
                  <a:lnTo>
                    <a:pt x="1108707" y="593406"/>
                  </a:lnTo>
                  <a:lnTo>
                    <a:pt x="1072804" y="621620"/>
                  </a:lnTo>
                  <a:lnTo>
                    <a:pt x="1037368" y="650393"/>
                  </a:lnTo>
                  <a:lnTo>
                    <a:pt x="1002405" y="679718"/>
                  </a:lnTo>
                  <a:lnTo>
                    <a:pt x="967921" y="709590"/>
                  </a:lnTo>
                  <a:lnTo>
                    <a:pt x="933924" y="740001"/>
                  </a:lnTo>
                  <a:lnTo>
                    <a:pt x="900419" y="770944"/>
                  </a:lnTo>
                  <a:lnTo>
                    <a:pt x="867414" y="802413"/>
                  </a:lnTo>
                  <a:lnTo>
                    <a:pt x="834915" y="834402"/>
                  </a:lnTo>
                  <a:lnTo>
                    <a:pt x="802929" y="866903"/>
                  </a:lnTo>
                  <a:lnTo>
                    <a:pt x="771462" y="899911"/>
                  </a:lnTo>
                  <a:lnTo>
                    <a:pt x="740521" y="933417"/>
                  </a:lnTo>
                  <a:lnTo>
                    <a:pt x="710112" y="967417"/>
                  </a:lnTo>
                  <a:lnTo>
                    <a:pt x="680243" y="1001903"/>
                  </a:lnTo>
                  <a:lnTo>
                    <a:pt x="650920" y="1036869"/>
                  </a:lnTo>
                  <a:lnTo>
                    <a:pt x="622149" y="1072307"/>
                  </a:lnTo>
                  <a:lnTo>
                    <a:pt x="593937" y="1108212"/>
                  </a:lnTo>
                  <a:lnTo>
                    <a:pt x="566291" y="1144577"/>
                  </a:lnTo>
                  <a:lnTo>
                    <a:pt x="539218" y="1181395"/>
                  </a:lnTo>
                  <a:lnTo>
                    <a:pt x="512723" y="1218659"/>
                  </a:lnTo>
                  <a:lnTo>
                    <a:pt x="486814" y="1256363"/>
                  </a:lnTo>
                  <a:lnTo>
                    <a:pt x="461497" y="1294501"/>
                  </a:lnTo>
                  <a:lnTo>
                    <a:pt x="436779" y="1333065"/>
                  </a:lnTo>
                  <a:lnTo>
                    <a:pt x="412667" y="1372048"/>
                  </a:lnTo>
                  <a:lnTo>
                    <a:pt x="389166" y="1411446"/>
                  </a:lnTo>
                  <a:lnTo>
                    <a:pt x="366285" y="1451250"/>
                  </a:lnTo>
                  <a:lnTo>
                    <a:pt x="344028" y="1491454"/>
                  </a:lnTo>
                  <a:lnTo>
                    <a:pt x="322404" y="1532051"/>
                  </a:lnTo>
                  <a:lnTo>
                    <a:pt x="301418" y="1573036"/>
                  </a:lnTo>
                  <a:lnTo>
                    <a:pt x="281078" y="1614401"/>
                  </a:lnTo>
                  <a:lnTo>
                    <a:pt x="261390" y="1656139"/>
                  </a:lnTo>
                  <a:lnTo>
                    <a:pt x="242359" y="1698244"/>
                  </a:lnTo>
                  <a:lnTo>
                    <a:pt x="223995" y="1740710"/>
                  </a:lnTo>
                  <a:lnTo>
                    <a:pt x="206301" y="1783529"/>
                  </a:lnTo>
                  <a:lnTo>
                    <a:pt x="189287" y="1826696"/>
                  </a:lnTo>
                  <a:lnTo>
                    <a:pt x="172957" y="1870202"/>
                  </a:lnTo>
                  <a:lnTo>
                    <a:pt x="157319" y="1914043"/>
                  </a:lnTo>
                  <a:lnTo>
                    <a:pt x="142379" y="1958211"/>
                  </a:lnTo>
                  <a:lnTo>
                    <a:pt x="128144" y="2002700"/>
                  </a:lnTo>
                  <a:lnTo>
                    <a:pt x="114620" y="2047502"/>
                  </a:lnTo>
                  <a:lnTo>
                    <a:pt x="101815" y="2092612"/>
                  </a:lnTo>
                  <a:lnTo>
                    <a:pt x="89734" y="2138023"/>
                  </a:lnTo>
                  <a:lnTo>
                    <a:pt x="78385" y="2183728"/>
                  </a:lnTo>
                  <a:lnTo>
                    <a:pt x="67773" y="2229720"/>
                  </a:lnTo>
                  <a:lnTo>
                    <a:pt x="57907" y="2275993"/>
                  </a:lnTo>
                  <a:lnTo>
                    <a:pt x="48791" y="2322541"/>
                  </a:lnTo>
                  <a:lnTo>
                    <a:pt x="40434" y="2369356"/>
                  </a:lnTo>
                  <a:lnTo>
                    <a:pt x="32841" y="2416432"/>
                  </a:lnTo>
                  <a:lnTo>
                    <a:pt x="26019" y="2463762"/>
                  </a:lnTo>
                  <a:lnTo>
                    <a:pt x="19975" y="2511340"/>
                  </a:lnTo>
                  <a:lnTo>
                    <a:pt x="14715" y="2559159"/>
                  </a:lnTo>
                  <a:lnTo>
                    <a:pt x="10246" y="2607213"/>
                  </a:lnTo>
                  <a:lnTo>
                    <a:pt x="6575" y="2655494"/>
                  </a:lnTo>
                  <a:lnTo>
                    <a:pt x="3708" y="2703997"/>
                  </a:lnTo>
                  <a:lnTo>
                    <a:pt x="1652" y="2752714"/>
                  </a:lnTo>
                  <a:lnTo>
                    <a:pt x="414" y="2801639"/>
                  </a:lnTo>
                  <a:lnTo>
                    <a:pt x="0" y="2858006"/>
                  </a:lnTo>
                  <a:lnTo>
                    <a:pt x="867409" y="2858006"/>
                  </a:lnTo>
                  <a:lnTo>
                    <a:pt x="877570" y="2657614"/>
                  </a:lnTo>
                  <a:lnTo>
                    <a:pt x="883044" y="2609400"/>
                  </a:lnTo>
                  <a:lnTo>
                    <a:pt x="889659" y="2561532"/>
                  </a:lnTo>
                  <a:lnTo>
                    <a:pt x="897399" y="2514025"/>
                  </a:lnTo>
                  <a:lnTo>
                    <a:pt x="906252" y="2466892"/>
                  </a:lnTo>
                  <a:lnTo>
                    <a:pt x="916201" y="2420148"/>
                  </a:lnTo>
                  <a:lnTo>
                    <a:pt x="927235" y="2373809"/>
                  </a:lnTo>
                  <a:lnTo>
                    <a:pt x="939339" y="2327887"/>
                  </a:lnTo>
                  <a:lnTo>
                    <a:pt x="952498" y="2282398"/>
                  </a:lnTo>
                  <a:lnTo>
                    <a:pt x="966700" y="2237355"/>
                  </a:lnTo>
                  <a:lnTo>
                    <a:pt x="981929" y="2192774"/>
                  </a:lnTo>
                  <a:lnTo>
                    <a:pt x="998173" y="2148668"/>
                  </a:lnTo>
                  <a:lnTo>
                    <a:pt x="1015416" y="2105052"/>
                  </a:lnTo>
                  <a:lnTo>
                    <a:pt x="1033646" y="2061940"/>
                  </a:lnTo>
                  <a:lnTo>
                    <a:pt x="1052848" y="2019347"/>
                  </a:lnTo>
                  <a:lnTo>
                    <a:pt x="1073008" y="1977287"/>
                  </a:lnTo>
                  <a:lnTo>
                    <a:pt x="1094112" y="1935775"/>
                  </a:lnTo>
                  <a:lnTo>
                    <a:pt x="1116146" y="1894824"/>
                  </a:lnTo>
                  <a:lnTo>
                    <a:pt x="1139097" y="1854450"/>
                  </a:lnTo>
                  <a:lnTo>
                    <a:pt x="1162950" y="1814666"/>
                  </a:lnTo>
                  <a:lnTo>
                    <a:pt x="1187692" y="1775487"/>
                  </a:lnTo>
                  <a:lnTo>
                    <a:pt x="1213308" y="1736928"/>
                  </a:lnTo>
                  <a:lnTo>
                    <a:pt x="1239784" y="1699002"/>
                  </a:lnTo>
                  <a:lnTo>
                    <a:pt x="1267107" y="1661725"/>
                  </a:lnTo>
                  <a:lnTo>
                    <a:pt x="1295262" y="1625109"/>
                  </a:lnTo>
                  <a:lnTo>
                    <a:pt x="1324236" y="1589171"/>
                  </a:lnTo>
                  <a:lnTo>
                    <a:pt x="1354014" y="1553924"/>
                  </a:lnTo>
                  <a:lnTo>
                    <a:pt x="1384583" y="1519383"/>
                  </a:lnTo>
                  <a:lnTo>
                    <a:pt x="1415929" y="1485562"/>
                  </a:lnTo>
                  <a:lnTo>
                    <a:pt x="1448038" y="1452475"/>
                  </a:lnTo>
                  <a:lnTo>
                    <a:pt x="1480895" y="1420137"/>
                  </a:lnTo>
                  <a:lnTo>
                    <a:pt x="1514487" y="1388562"/>
                  </a:lnTo>
                  <a:lnTo>
                    <a:pt x="1548800" y="1357764"/>
                  </a:lnTo>
                  <a:lnTo>
                    <a:pt x="1583819" y="1327759"/>
                  </a:lnTo>
                  <a:lnTo>
                    <a:pt x="1619532" y="1298559"/>
                  </a:lnTo>
                  <a:lnTo>
                    <a:pt x="1655924" y="1270181"/>
                  </a:lnTo>
                  <a:lnTo>
                    <a:pt x="1692980" y="1242637"/>
                  </a:lnTo>
                  <a:lnTo>
                    <a:pt x="1730688" y="1215944"/>
                  </a:lnTo>
                  <a:lnTo>
                    <a:pt x="1769032" y="1190113"/>
                  </a:lnTo>
                  <a:lnTo>
                    <a:pt x="1808000" y="1165161"/>
                  </a:lnTo>
                  <a:lnTo>
                    <a:pt x="1847577" y="1141102"/>
                  </a:lnTo>
                  <a:lnTo>
                    <a:pt x="1887749" y="1117950"/>
                  </a:lnTo>
                  <a:lnTo>
                    <a:pt x="1928502" y="1095719"/>
                  </a:lnTo>
                  <a:lnTo>
                    <a:pt x="1969822" y="1074423"/>
                  </a:lnTo>
                  <a:lnTo>
                    <a:pt x="2011696" y="1054078"/>
                  </a:lnTo>
                  <a:lnTo>
                    <a:pt x="2054109" y="1034698"/>
                  </a:lnTo>
                  <a:lnTo>
                    <a:pt x="2097047" y="1016296"/>
                  </a:lnTo>
                  <a:lnTo>
                    <a:pt x="2140497" y="998887"/>
                  </a:lnTo>
                  <a:lnTo>
                    <a:pt x="2184444" y="982486"/>
                  </a:lnTo>
                  <a:lnTo>
                    <a:pt x="2228875" y="967107"/>
                  </a:lnTo>
                  <a:lnTo>
                    <a:pt x="2273775" y="952765"/>
                  </a:lnTo>
                  <a:lnTo>
                    <a:pt x="2319131" y="939473"/>
                  </a:lnTo>
                  <a:lnTo>
                    <a:pt x="2364928" y="927247"/>
                  </a:lnTo>
                  <a:lnTo>
                    <a:pt x="2411153" y="916100"/>
                  </a:lnTo>
                  <a:lnTo>
                    <a:pt x="2457792" y="906047"/>
                  </a:lnTo>
                  <a:lnTo>
                    <a:pt x="2504830" y="897102"/>
                  </a:lnTo>
                  <a:lnTo>
                    <a:pt x="2552254" y="889280"/>
                  </a:lnTo>
                  <a:lnTo>
                    <a:pt x="2600050" y="882595"/>
                  </a:lnTo>
                  <a:lnTo>
                    <a:pt x="2648204" y="877061"/>
                  </a:lnTo>
                  <a:lnTo>
                    <a:pt x="2838450" y="867409"/>
                  </a:lnTo>
                  <a:lnTo>
                    <a:pt x="2838450" y="0"/>
                  </a:lnTo>
                  <a:close/>
                </a:path>
              </a:pathLst>
            </a:custGeom>
            <a:solidFill>
              <a:srgbClr val="AAC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21341" y="4867783"/>
              <a:ext cx="1971039" cy="1990725"/>
            </a:xfrm>
            <a:custGeom>
              <a:avLst/>
              <a:gdLst/>
              <a:ahLst/>
              <a:cxnLst/>
              <a:rect l="l" t="t" r="r" b="b"/>
              <a:pathLst>
                <a:path w="1971040" h="1990725">
                  <a:moveTo>
                    <a:pt x="1970658" y="0"/>
                  </a:moveTo>
                  <a:lnTo>
                    <a:pt x="1780412" y="9652"/>
                  </a:lnTo>
                  <a:lnTo>
                    <a:pt x="1732272" y="15185"/>
                  </a:lnTo>
                  <a:lnTo>
                    <a:pt x="1684488" y="21869"/>
                  </a:lnTo>
                  <a:lnTo>
                    <a:pt x="1637076" y="29690"/>
                  </a:lnTo>
                  <a:lnTo>
                    <a:pt x="1590050" y="38634"/>
                  </a:lnTo>
                  <a:lnTo>
                    <a:pt x="1543422" y="48685"/>
                  </a:lnTo>
                  <a:lnTo>
                    <a:pt x="1497208" y="59831"/>
                  </a:lnTo>
                  <a:lnTo>
                    <a:pt x="1451421" y="72055"/>
                  </a:lnTo>
                  <a:lnTo>
                    <a:pt x="1406076" y="85344"/>
                  </a:lnTo>
                  <a:lnTo>
                    <a:pt x="1361185" y="99684"/>
                  </a:lnTo>
                  <a:lnTo>
                    <a:pt x="1316764" y="115060"/>
                  </a:lnTo>
                  <a:lnTo>
                    <a:pt x="1272826" y="131457"/>
                  </a:lnTo>
                  <a:lnTo>
                    <a:pt x="1229385" y="148862"/>
                  </a:lnTo>
                  <a:lnTo>
                    <a:pt x="1186455" y="167260"/>
                  </a:lnTo>
                  <a:lnTo>
                    <a:pt x="1144050" y="186636"/>
                  </a:lnTo>
                  <a:lnTo>
                    <a:pt x="1102184" y="206977"/>
                  </a:lnTo>
                  <a:lnTo>
                    <a:pt x="1060871" y="228268"/>
                  </a:lnTo>
                  <a:lnTo>
                    <a:pt x="1020125" y="250494"/>
                  </a:lnTo>
                  <a:lnTo>
                    <a:pt x="979960" y="273641"/>
                  </a:lnTo>
                  <a:lnTo>
                    <a:pt x="940390" y="297695"/>
                  </a:lnTo>
                  <a:lnTo>
                    <a:pt x="901429" y="322642"/>
                  </a:lnTo>
                  <a:lnTo>
                    <a:pt x="863091" y="348466"/>
                  </a:lnTo>
                  <a:lnTo>
                    <a:pt x="825389" y="375154"/>
                  </a:lnTo>
                  <a:lnTo>
                    <a:pt x="788339" y="402692"/>
                  </a:lnTo>
                  <a:lnTo>
                    <a:pt x="751953" y="431064"/>
                  </a:lnTo>
                  <a:lnTo>
                    <a:pt x="716246" y="460257"/>
                  </a:lnTo>
                  <a:lnTo>
                    <a:pt x="681231" y="490256"/>
                  </a:lnTo>
                  <a:lnTo>
                    <a:pt x="646924" y="521046"/>
                  </a:lnTo>
                  <a:lnTo>
                    <a:pt x="613337" y="552614"/>
                  </a:lnTo>
                  <a:lnTo>
                    <a:pt x="580485" y="584946"/>
                  </a:lnTo>
                  <a:lnTo>
                    <a:pt x="548381" y="618025"/>
                  </a:lnTo>
                  <a:lnTo>
                    <a:pt x="517040" y="651840"/>
                  </a:lnTo>
                  <a:lnTo>
                    <a:pt x="486476" y="686374"/>
                  </a:lnTo>
                  <a:lnTo>
                    <a:pt x="456702" y="721613"/>
                  </a:lnTo>
                  <a:lnTo>
                    <a:pt x="427733" y="757544"/>
                  </a:lnTo>
                  <a:lnTo>
                    <a:pt x="399582" y="794151"/>
                  </a:lnTo>
                  <a:lnTo>
                    <a:pt x="372263" y="831421"/>
                  </a:lnTo>
                  <a:lnTo>
                    <a:pt x="345792" y="869339"/>
                  </a:lnTo>
                  <a:lnTo>
                    <a:pt x="320180" y="907891"/>
                  </a:lnTo>
                  <a:lnTo>
                    <a:pt x="295443" y="947062"/>
                  </a:lnTo>
                  <a:lnTo>
                    <a:pt x="271594" y="986838"/>
                  </a:lnTo>
                  <a:lnTo>
                    <a:pt x="248648" y="1027204"/>
                  </a:lnTo>
                  <a:lnTo>
                    <a:pt x="226618" y="1068147"/>
                  </a:lnTo>
                  <a:lnTo>
                    <a:pt x="205518" y="1109651"/>
                  </a:lnTo>
                  <a:lnTo>
                    <a:pt x="185363" y="1151703"/>
                  </a:lnTo>
                  <a:lnTo>
                    <a:pt x="166165" y="1194288"/>
                  </a:lnTo>
                  <a:lnTo>
                    <a:pt x="147940" y="1237391"/>
                  </a:lnTo>
                  <a:lnTo>
                    <a:pt x="130702" y="1280999"/>
                  </a:lnTo>
                  <a:lnTo>
                    <a:pt x="114463" y="1325097"/>
                  </a:lnTo>
                  <a:lnTo>
                    <a:pt x="99238" y="1369671"/>
                  </a:lnTo>
                  <a:lnTo>
                    <a:pt x="85042" y="1414705"/>
                  </a:lnTo>
                  <a:lnTo>
                    <a:pt x="71888" y="1460187"/>
                  </a:lnTo>
                  <a:lnTo>
                    <a:pt x="59789" y="1506101"/>
                  </a:lnTo>
                  <a:lnTo>
                    <a:pt x="48761" y="1552433"/>
                  </a:lnTo>
                  <a:lnTo>
                    <a:pt x="38817" y="1599169"/>
                  </a:lnTo>
                  <a:lnTo>
                    <a:pt x="29971" y="1646294"/>
                  </a:lnTo>
                  <a:lnTo>
                    <a:pt x="22236" y="1693794"/>
                  </a:lnTo>
                  <a:lnTo>
                    <a:pt x="15628" y="1741654"/>
                  </a:lnTo>
                  <a:lnTo>
                    <a:pt x="10159" y="1789861"/>
                  </a:lnTo>
                  <a:lnTo>
                    <a:pt x="0" y="1990216"/>
                  </a:lnTo>
                  <a:lnTo>
                    <a:pt x="1970658" y="1990216"/>
                  </a:lnTo>
                  <a:lnTo>
                    <a:pt x="1970658" y="0"/>
                  </a:lnTo>
                  <a:close/>
                </a:path>
              </a:pathLst>
            </a:custGeom>
            <a:solidFill>
              <a:srgbClr val="F5CD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88572" y="5844984"/>
              <a:ext cx="1003935" cy="1013460"/>
            </a:xfrm>
            <a:custGeom>
              <a:avLst/>
              <a:gdLst/>
              <a:ahLst/>
              <a:cxnLst/>
              <a:rect l="l" t="t" r="r" b="b"/>
              <a:pathLst>
                <a:path w="1003934" h="1013459">
                  <a:moveTo>
                    <a:pt x="1003426" y="0"/>
                  </a:moveTo>
                  <a:lnTo>
                    <a:pt x="912749" y="4635"/>
                  </a:lnTo>
                  <a:lnTo>
                    <a:pt x="863838" y="10875"/>
                  </a:lnTo>
                  <a:lnTo>
                    <a:pt x="815653" y="19438"/>
                  </a:lnTo>
                  <a:lnTo>
                    <a:pt x="768253" y="30263"/>
                  </a:lnTo>
                  <a:lnTo>
                    <a:pt x="721698" y="43293"/>
                  </a:lnTo>
                  <a:lnTo>
                    <a:pt x="676045" y="58467"/>
                  </a:lnTo>
                  <a:lnTo>
                    <a:pt x="631355" y="75727"/>
                  </a:lnTo>
                  <a:lnTo>
                    <a:pt x="587687" y="95013"/>
                  </a:lnTo>
                  <a:lnTo>
                    <a:pt x="545100" y="116267"/>
                  </a:lnTo>
                  <a:lnTo>
                    <a:pt x="503652" y="139430"/>
                  </a:lnTo>
                  <a:lnTo>
                    <a:pt x="463403" y="164441"/>
                  </a:lnTo>
                  <a:lnTo>
                    <a:pt x="424412" y="191243"/>
                  </a:lnTo>
                  <a:lnTo>
                    <a:pt x="386738" y="219775"/>
                  </a:lnTo>
                  <a:lnTo>
                    <a:pt x="350440" y="249980"/>
                  </a:lnTo>
                  <a:lnTo>
                    <a:pt x="315578" y="281797"/>
                  </a:lnTo>
                  <a:lnTo>
                    <a:pt x="282210" y="315167"/>
                  </a:lnTo>
                  <a:lnTo>
                    <a:pt x="250396" y="350032"/>
                  </a:lnTo>
                  <a:lnTo>
                    <a:pt x="220194" y="386333"/>
                  </a:lnTo>
                  <a:lnTo>
                    <a:pt x="191664" y="424009"/>
                  </a:lnTo>
                  <a:lnTo>
                    <a:pt x="164865" y="463003"/>
                  </a:lnTo>
                  <a:lnTo>
                    <a:pt x="139856" y="503255"/>
                  </a:lnTo>
                  <a:lnTo>
                    <a:pt x="116696" y="544705"/>
                  </a:lnTo>
                  <a:lnTo>
                    <a:pt x="95445" y="587296"/>
                  </a:lnTo>
                  <a:lnTo>
                    <a:pt x="76161" y="630966"/>
                  </a:lnTo>
                  <a:lnTo>
                    <a:pt x="58903" y="675659"/>
                  </a:lnTo>
                  <a:lnTo>
                    <a:pt x="43730" y="721313"/>
                  </a:lnTo>
                  <a:lnTo>
                    <a:pt x="30703" y="767871"/>
                  </a:lnTo>
                  <a:lnTo>
                    <a:pt x="19879" y="815273"/>
                  </a:lnTo>
                  <a:lnTo>
                    <a:pt x="11318" y="863460"/>
                  </a:lnTo>
                  <a:lnTo>
                    <a:pt x="5079" y="912373"/>
                  </a:lnTo>
                  <a:lnTo>
                    <a:pt x="0" y="1013012"/>
                  </a:lnTo>
                  <a:lnTo>
                    <a:pt x="1003426" y="1013012"/>
                  </a:lnTo>
                  <a:lnTo>
                    <a:pt x="1003426" y="0"/>
                  </a:lnTo>
                  <a:close/>
                </a:path>
              </a:pathLst>
            </a:custGeom>
            <a:solidFill>
              <a:srgbClr val="FCF9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58705" y="5492877"/>
              <a:ext cx="775335" cy="775335"/>
            </a:xfrm>
            <a:custGeom>
              <a:avLst/>
              <a:gdLst/>
              <a:ahLst/>
              <a:cxnLst/>
              <a:rect l="l" t="t" r="r" b="b"/>
              <a:pathLst>
                <a:path w="775334" h="775335">
                  <a:moveTo>
                    <a:pt x="387476" y="0"/>
                  </a:moveTo>
                  <a:lnTo>
                    <a:pt x="338873" y="3018"/>
                  </a:lnTo>
                  <a:lnTo>
                    <a:pt x="292070" y="11832"/>
                  </a:lnTo>
                  <a:lnTo>
                    <a:pt x="247433" y="26078"/>
                  </a:lnTo>
                  <a:lnTo>
                    <a:pt x="205323" y="45394"/>
                  </a:lnTo>
                  <a:lnTo>
                    <a:pt x="166104" y="69416"/>
                  </a:lnTo>
                  <a:lnTo>
                    <a:pt x="130139" y="97782"/>
                  </a:lnTo>
                  <a:lnTo>
                    <a:pt x="97791" y="130128"/>
                  </a:lnTo>
                  <a:lnTo>
                    <a:pt x="69423" y="166093"/>
                  </a:lnTo>
                  <a:lnTo>
                    <a:pt x="45399" y="205312"/>
                  </a:lnTo>
                  <a:lnTo>
                    <a:pt x="26081" y="247422"/>
                  </a:lnTo>
                  <a:lnTo>
                    <a:pt x="11834" y="292062"/>
                  </a:lnTo>
                  <a:lnTo>
                    <a:pt x="3019" y="338868"/>
                  </a:lnTo>
                  <a:lnTo>
                    <a:pt x="0" y="387477"/>
                  </a:lnTo>
                  <a:lnTo>
                    <a:pt x="3019" y="436086"/>
                  </a:lnTo>
                  <a:lnTo>
                    <a:pt x="11834" y="482893"/>
                  </a:lnTo>
                  <a:lnTo>
                    <a:pt x="26081" y="527536"/>
                  </a:lnTo>
                  <a:lnTo>
                    <a:pt x="45399" y="569650"/>
                  </a:lnTo>
                  <a:lnTo>
                    <a:pt x="69423" y="608873"/>
                  </a:lnTo>
                  <a:lnTo>
                    <a:pt x="97791" y="644841"/>
                  </a:lnTo>
                  <a:lnTo>
                    <a:pt x="130139" y="677192"/>
                  </a:lnTo>
                  <a:lnTo>
                    <a:pt x="166104" y="705562"/>
                  </a:lnTo>
                  <a:lnTo>
                    <a:pt x="205323" y="729588"/>
                  </a:lnTo>
                  <a:lnTo>
                    <a:pt x="247433" y="748908"/>
                  </a:lnTo>
                  <a:lnTo>
                    <a:pt x="292070" y="763157"/>
                  </a:lnTo>
                  <a:lnTo>
                    <a:pt x="338873" y="771972"/>
                  </a:lnTo>
                  <a:lnTo>
                    <a:pt x="387476" y="774992"/>
                  </a:lnTo>
                  <a:lnTo>
                    <a:pt x="436080" y="771972"/>
                  </a:lnTo>
                  <a:lnTo>
                    <a:pt x="482883" y="763157"/>
                  </a:lnTo>
                  <a:lnTo>
                    <a:pt x="527520" y="748908"/>
                  </a:lnTo>
                  <a:lnTo>
                    <a:pt x="569630" y="729588"/>
                  </a:lnTo>
                  <a:lnTo>
                    <a:pt x="608849" y="705562"/>
                  </a:lnTo>
                  <a:lnTo>
                    <a:pt x="644814" y="677192"/>
                  </a:lnTo>
                  <a:lnTo>
                    <a:pt x="677162" y="644841"/>
                  </a:lnTo>
                  <a:lnTo>
                    <a:pt x="705530" y="608873"/>
                  </a:lnTo>
                  <a:lnTo>
                    <a:pt x="729554" y="569650"/>
                  </a:lnTo>
                  <a:lnTo>
                    <a:pt x="748872" y="527536"/>
                  </a:lnTo>
                  <a:lnTo>
                    <a:pt x="763119" y="482893"/>
                  </a:lnTo>
                  <a:lnTo>
                    <a:pt x="771934" y="436086"/>
                  </a:lnTo>
                  <a:lnTo>
                    <a:pt x="774953" y="387477"/>
                  </a:lnTo>
                  <a:lnTo>
                    <a:pt x="771934" y="338868"/>
                  </a:lnTo>
                  <a:lnTo>
                    <a:pt x="763119" y="292062"/>
                  </a:lnTo>
                  <a:lnTo>
                    <a:pt x="748872" y="247422"/>
                  </a:lnTo>
                  <a:lnTo>
                    <a:pt x="729554" y="205312"/>
                  </a:lnTo>
                  <a:lnTo>
                    <a:pt x="705530" y="166093"/>
                  </a:lnTo>
                  <a:lnTo>
                    <a:pt x="677162" y="130128"/>
                  </a:lnTo>
                  <a:lnTo>
                    <a:pt x="644814" y="97782"/>
                  </a:lnTo>
                  <a:lnTo>
                    <a:pt x="608849" y="69416"/>
                  </a:lnTo>
                  <a:lnTo>
                    <a:pt x="569630" y="45394"/>
                  </a:lnTo>
                  <a:lnTo>
                    <a:pt x="527520" y="26078"/>
                  </a:lnTo>
                  <a:lnTo>
                    <a:pt x="482883" y="11832"/>
                  </a:lnTo>
                  <a:lnTo>
                    <a:pt x="436080" y="3018"/>
                  </a:lnTo>
                  <a:lnTo>
                    <a:pt x="387476" y="0"/>
                  </a:lnTo>
                  <a:close/>
                </a:path>
              </a:pathLst>
            </a:custGeom>
            <a:solidFill>
              <a:srgbClr val="1F2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5839" y="2149602"/>
            <a:ext cx="6786880" cy="363664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1095"/>
              </a:spcBef>
              <a:buAutoNum type="arabicPeriod"/>
              <a:tabLst>
                <a:tab pos="457200" algn="l"/>
              </a:tabLst>
            </a:pPr>
            <a:r>
              <a:rPr sz="1800" b="1" u="sng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Image</a:t>
            </a:r>
            <a:r>
              <a:rPr sz="1800" b="1" u="sng" spc="125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Preprocessing</a:t>
            </a:r>
            <a:r>
              <a:rPr sz="1800" b="1" u="sng" spc="160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spc="50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using</a:t>
            </a:r>
            <a:r>
              <a:rPr sz="1800" b="1" u="sng" spc="155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spc="-10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MATLAB</a:t>
            </a:r>
            <a:endParaRPr sz="1800" dirty="0">
              <a:latin typeface="Times New Roman"/>
              <a:cs typeface="Times New Roman"/>
            </a:endParaRPr>
          </a:p>
          <a:p>
            <a:pPr marL="286385" lvl="1" indent="-28638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86385" algn="l"/>
              </a:tabLst>
            </a:pPr>
            <a:r>
              <a:rPr sz="1800" spc="75" dirty="0">
                <a:solidFill>
                  <a:srgbClr val="1F2C8F"/>
                </a:solidFill>
                <a:latin typeface="Times New Roman"/>
                <a:cs typeface="Times New Roman"/>
              </a:rPr>
              <a:t>Input</a:t>
            </a:r>
            <a:r>
              <a:rPr sz="1800" spc="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image</a:t>
            </a:r>
            <a:r>
              <a:rPr sz="1800" spc="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resized</a:t>
            </a:r>
            <a:r>
              <a:rPr sz="1800" spc="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512×512</a:t>
            </a:r>
            <a:r>
              <a:rPr sz="1800" spc="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pixels.</a:t>
            </a:r>
            <a:endParaRPr sz="1800" dirty="0">
              <a:latin typeface="Times New Roman"/>
              <a:cs typeface="Times New Roman"/>
            </a:endParaRPr>
          </a:p>
          <a:p>
            <a:pPr marL="286385" lvl="1" indent="-28638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86385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Converted</a:t>
            </a:r>
            <a:r>
              <a:rPr sz="1800" spc="19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1F2C8F"/>
                </a:solidFill>
                <a:latin typeface="Times New Roman"/>
                <a:cs typeface="Times New Roman"/>
              </a:rPr>
              <a:t>from</a:t>
            </a:r>
            <a:r>
              <a:rPr sz="1800" spc="17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color</a:t>
            </a:r>
            <a:r>
              <a:rPr sz="1800" spc="19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17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grayscale/black-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and-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white.</a:t>
            </a:r>
            <a:endParaRPr sz="1800" dirty="0">
              <a:latin typeface="Times New Roman"/>
              <a:cs typeface="Times New Roman"/>
            </a:endParaRPr>
          </a:p>
          <a:p>
            <a:pPr marL="286385" lvl="1" indent="-2863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86385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Saved</a:t>
            </a:r>
            <a:r>
              <a:rPr sz="1800" spc="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as</a:t>
            </a:r>
            <a:r>
              <a:rPr sz="1800" spc="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</a:t>
            </a:r>
            <a:r>
              <a:rPr sz="1800" spc="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hexadecimal</a:t>
            </a:r>
            <a:r>
              <a:rPr sz="1800" spc="7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text</a:t>
            </a:r>
            <a:r>
              <a:rPr sz="1800" spc="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file.</a:t>
            </a:r>
            <a:endParaRPr sz="1800" dirty="0">
              <a:latin typeface="Times New Roman"/>
              <a:cs typeface="Times New Roman"/>
            </a:endParaRPr>
          </a:p>
          <a:p>
            <a:pPr marL="457200" indent="-457200">
              <a:lnSpc>
                <a:spcPct val="100000"/>
              </a:lnSpc>
              <a:spcBef>
                <a:spcPts val="1000"/>
              </a:spcBef>
              <a:buAutoNum type="arabicPeriod" startAt="2"/>
              <a:tabLst>
                <a:tab pos="457200" algn="l"/>
              </a:tabLst>
            </a:pPr>
            <a:r>
              <a:rPr sz="1800" b="1" u="sng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Hardware</a:t>
            </a:r>
            <a:r>
              <a:rPr sz="1800" b="1" u="sng" spc="50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 Implementation</a:t>
            </a:r>
            <a:r>
              <a:rPr sz="1800" b="1" u="sng" spc="85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spc="50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using</a:t>
            </a:r>
            <a:r>
              <a:rPr sz="1800" b="1" u="sng" spc="85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spc="-10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Verilog</a:t>
            </a:r>
            <a:endParaRPr sz="1800" dirty="0">
              <a:latin typeface="Times New Roman"/>
              <a:cs typeface="Times New Roman"/>
            </a:endParaRPr>
          </a:p>
          <a:p>
            <a:pPr marL="342900" lvl="1" indent="-342900">
              <a:lnSpc>
                <a:spcPct val="100000"/>
              </a:lnSpc>
              <a:spcBef>
                <a:spcPts val="995"/>
              </a:spcBef>
              <a:buFont typeface="Arial MT"/>
              <a:buChar char="•"/>
              <a:tabLst>
                <a:tab pos="342900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hex file</a:t>
            </a:r>
            <a:r>
              <a:rPr sz="1800" spc="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given</a:t>
            </a:r>
            <a:r>
              <a:rPr sz="1800" spc="1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as</a:t>
            </a:r>
            <a:r>
              <a:rPr sz="1800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80" dirty="0">
                <a:solidFill>
                  <a:srgbClr val="1F2C8F"/>
                </a:solidFill>
                <a:latin typeface="Times New Roman"/>
                <a:cs typeface="Times New Roman"/>
              </a:rPr>
              <a:t>input</a:t>
            </a:r>
            <a:r>
              <a:rPr sz="1800" spc="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1F2C8F"/>
                </a:solidFill>
                <a:latin typeface="Times New Roman"/>
                <a:cs typeface="Times New Roman"/>
              </a:rPr>
              <a:t>the</a:t>
            </a:r>
            <a:r>
              <a:rPr sz="1800" spc="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Verilog</a:t>
            </a:r>
            <a:r>
              <a:rPr sz="1800" spc="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test</a:t>
            </a:r>
            <a:r>
              <a:rPr sz="1800" spc="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1F2C8F"/>
                </a:solidFill>
                <a:latin typeface="Times New Roman"/>
                <a:cs typeface="Times New Roman"/>
              </a:rPr>
              <a:t>bench.</a:t>
            </a:r>
            <a:endParaRPr sz="1800" dirty="0">
              <a:latin typeface="Times New Roman"/>
              <a:cs typeface="Times New Roman"/>
            </a:endParaRPr>
          </a:p>
          <a:p>
            <a:pPr marL="400685" lvl="1" indent="-400685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400685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Each</a:t>
            </a:r>
            <a:r>
              <a:rPr sz="1800" spc="9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pixel’s</a:t>
            </a:r>
            <a:r>
              <a:rPr sz="1800" spc="9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intensity</a:t>
            </a:r>
            <a:r>
              <a:rPr sz="1800" spc="114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is</a:t>
            </a:r>
            <a:r>
              <a:rPr sz="1800" spc="6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read</a:t>
            </a:r>
            <a:r>
              <a:rPr sz="1800" spc="65" dirty="0">
                <a:solidFill>
                  <a:srgbClr val="1F2C8F"/>
                </a:solidFill>
                <a:latin typeface="Times New Roman"/>
                <a:cs typeface="Times New Roman"/>
              </a:rPr>
              <a:t> and</a:t>
            </a:r>
            <a:r>
              <a:rPr sz="1800" spc="7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compared</a:t>
            </a:r>
            <a:r>
              <a:rPr sz="1800" spc="9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1F2C8F"/>
                </a:solidFill>
                <a:latin typeface="Times New Roman"/>
                <a:cs typeface="Times New Roman"/>
              </a:rPr>
              <a:t>with</a:t>
            </a:r>
            <a:r>
              <a:rPr sz="1800" spc="10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</a:t>
            </a:r>
            <a:r>
              <a:rPr sz="1800" spc="6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1F2C8F"/>
                </a:solidFill>
                <a:latin typeface="Times New Roman"/>
                <a:cs typeface="Times New Roman"/>
              </a:rPr>
              <a:t>threshold</a:t>
            </a:r>
            <a:r>
              <a:rPr sz="1800" spc="11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value.</a:t>
            </a:r>
            <a:endParaRPr sz="1800" dirty="0">
              <a:latin typeface="Times New Roman"/>
              <a:cs typeface="Times New Roman"/>
            </a:endParaRPr>
          </a:p>
          <a:p>
            <a:pPr marL="400685" lvl="1" indent="-4006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00685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Sobel</a:t>
            </a:r>
            <a:r>
              <a:rPr sz="1800" spc="8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operator</a:t>
            </a:r>
            <a:r>
              <a:rPr sz="1800" spc="9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is</a:t>
            </a:r>
            <a:r>
              <a:rPr sz="1800" spc="9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used</a:t>
            </a:r>
            <a:r>
              <a:rPr sz="1800" spc="7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7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60" dirty="0">
                <a:solidFill>
                  <a:srgbClr val="1F2C8F"/>
                </a:solidFill>
                <a:latin typeface="Times New Roman"/>
                <a:cs typeface="Times New Roman"/>
              </a:rPr>
              <a:t>compute</a:t>
            </a:r>
            <a:r>
              <a:rPr sz="1800" spc="10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edge</a:t>
            </a:r>
            <a:r>
              <a:rPr sz="1800" spc="9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gradients.</a:t>
            </a:r>
            <a:endParaRPr sz="1800" dirty="0">
              <a:latin typeface="Times New Roman"/>
              <a:cs typeface="Times New Roman"/>
            </a:endParaRPr>
          </a:p>
          <a:p>
            <a:pPr marL="400685" lvl="1" indent="-40068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400685" algn="l"/>
              </a:tabLst>
            </a:pPr>
            <a:r>
              <a:rPr sz="1800" spc="85" dirty="0">
                <a:solidFill>
                  <a:srgbClr val="1F2C8F"/>
                </a:solidFill>
                <a:latin typeface="Times New Roman"/>
                <a:cs typeface="Times New Roman"/>
              </a:rPr>
              <a:t>Output</a:t>
            </a:r>
            <a:r>
              <a:rPr sz="1800" spc="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pixels</a:t>
            </a:r>
            <a:r>
              <a:rPr sz="1800" spc="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assigned</a:t>
            </a:r>
            <a:r>
              <a:rPr sz="1800" spc="-10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0" dirty="0">
                <a:solidFill>
                  <a:srgbClr val="1F2C8F"/>
                </a:solidFill>
                <a:latin typeface="Times New Roman"/>
                <a:cs typeface="Times New Roman"/>
              </a:rPr>
              <a:t>‘0’</a:t>
            </a:r>
            <a:r>
              <a:rPr sz="1800" spc="-1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(edge)</a:t>
            </a:r>
            <a:r>
              <a:rPr sz="1800" spc="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1F2C8F"/>
                </a:solidFill>
                <a:latin typeface="Times New Roman"/>
                <a:cs typeface="Times New Roman"/>
              </a:rPr>
              <a:t>or</a:t>
            </a:r>
            <a:r>
              <a:rPr sz="1800" spc="-13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70" dirty="0">
                <a:solidFill>
                  <a:srgbClr val="1F2C8F"/>
                </a:solidFill>
                <a:latin typeface="Times New Roman"/>
                <a:cs typeface="Times New Roman"/>
              </a:rPr>
              <a:t>‘255’</a:t>
            </a:r>
            <a:r>
              <a:rPr sz="1800" spc="-15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(background).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78361" y="54635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F2C8F"/>
                </a:solidFill>
                <a:latin typeface="Arial Black"/>
                <a:cs typeface="Arial Black"/>
              </a:rPr>
              <a:t>7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331678"/>
            <a:ext cx="2128520" cy="1526540"/>
          </a:xfrm>
          <a:custGeom>
            <a:avLst/>
            <a:gdLst/>
            <a:ahLst/>
            <a:cxnLst/>
            <a:rect l="l" t="t" r="r" b="b"/>
            <a:pathLst>
              <a:path w="2128520" h="1526540">
                <a:moveTo>
                  <a:pt x="0" y="0"/>
                </a:moveTo>
                <a:lnTo>
                  <a:pt x="0" y="1526321"/>
                </a:lnTo>
                <a:lnTo>
                  <a:pt x="2128393" y="1526322"/>
                </a:lnTo>
                <a:lnTo>
                  <a:pt x="2078863" y="1391117"/>
                </a:lnTo>
                <a:lnTo>
                  <a:pt x="2059895" y="1347553"/>
                </a:lnTo>
                <a:lnTo>
                  <a:pt x="2040051" y="1304467"/>
                </a:lnTo>
                <a:lnTo>
                  <a:pt x="2019342" y="1261869"/>
                </a:lnTo>
                <a:lnTo>
                  <a:pt x="1997780" y="1219772"/>
                </a:lnTo>
                <a:lnTo>
                  <a:pt x="1975375" y="1178187"/>
                </a:lnTo>
                <a:lnTo>
                  <a:pt x="1952139" y="1137125"/>
                </a:lnTo>
                <a:lnTo>
                  <a:pt x="1928084" y="1096596"/>
                </a:lnTo>
                <a:lnTo>
                  <a:pt x="1903221" y="1056613"/>
                </a:lnTo>
                <a:lnTo>
                  <a:pt x="1877560" y="1017187"/>
                </a:lnTo>
                <a:lnTo>
                  <a:pt x="1851113" y="978329"/>
                </a:lnTo>
                <a:lnTo>
                  <a:pt x="1823892" y="940050"/>
                </a:lnTo>
                <a:lnTo>
                  <a:pt x="1795907" y="902362"/>
                </a:lnTo>
                <a:lnTo>
                  <a:pt x="1767170" y="865275"/>
                </a:lnTo>
                <a:lnTo>
                  <a:pt x="1737692" y="828801"/>
                </a:lnTo>
                <a:lnTo>
                  <a:pt x="1707485" y="792952"/>
                </a:lnTo>
                <a:lnTo>
                  <a:pt x="1676559" y="757738"/>
                </a:lnTo>
                <a:lnTo>
                  <a:pt x="1644927" y="723172"/>
                </a:lnTo>
                <a:lnTo>
                  <a:pt x="1612598" y="689263"/>
                </a:lnTo>
                <a:lnTo>
                  <a:pt x="1579586" y="656024"/>
                </a:lnTo>
                <a:lnTo>
                  <a:pt x="1545900" y="623465"/>
                </a:lnTo>
                <a:lnTo>
                  <a:pt x="1511552" y="591598"/>
                </a:lnTo>
                <a:lnTo>
                  <a:pt x="1476553" y="560435"/>
                </a:lnTo>
                <a:lnTo>
                  <a:pt x="1440915" y="529986"/>
                </a:lnTo>
                <a:lnTo>
                  <a:pt x="1404649" y="500263"/>
                </a:lnTo>
                <a:lnTo>
                  <a:pt x="1367766" y="471277"/>
                </a:lnTo>
                <a:lnTo>
                  <a:pt x="1330277" y="443039"/>
                </a:lnTo>
                <a:lnTo>
                  <a:pt x="1292194" y="415561"/>
                </a:lnTo>
                <a:lnTo>
                  <a:pt x="1253528" y="388854"/>
                </a:lnTo>
                <a:lnTo>
                  <a:pt x="1214290" y="362929"/>
                </a:lnTo>
                <a:lnTo>
                  <a:pt x="1174492" y="337797"/>
                </a:lnTo>
                <a:lnTo>
                  <a:pt x="1134145" y="313470"/>
                </a:lnTo>
                <a:lnTo>
                  <a:pt x="1093259" y="289959"/>
                </a:lnTo>
                <a:lnTo>
                  <a:pt x="1051847" y="267275"/>
                </a:lnTo>
                <a:lnTo>
                  <a:pt x="1009919" y="245430"/>
                </a:lnTo>
                <a:lnTo>
                  <a:pt x="967487" y="224434"/>
                </a:lnTo>
                <a:lnTo>
                  <a:pt x="924562" y="204299"/>
                </a:lnTo>
                <a:lnTo>
                  <a:pt x="881156" y="185037"/>
                </a:lnTo>
                <a:lnTo>
                  <a:pt x="837279" y="166658"/>
                </a:lnTo>
                <a:lnTo>
                  <a:pt x="792943" y="149174"/>
                </a:lnTo>
                <a:lnTo>
                  <a:pt x="748160" y="132597"/>
                </a:lnTo>
                <a:lnTo>
                  <a:pt x="702940" y="116936"/>
                </a:lnTo>
                <a:lnTo>
                  <a:pt x="657294" y="102204"/>
                </a:lnTo>
                <a:lnTo>
                  <a:pt x="611235" y="88413"/>
                </a:lnTo>
                <a:lnTo>
                  <a:pt x="564772" y="75572"/>
                </a:lnTo>
                <a:lnTo>
                  <a:pt x="517919" y="63694"/>
                </a:lnTo>
                <a:lnTo>
                  <a:pt x="470685" y="52790"/>
                </a:lnTo>
                <a:lnTo>
                  <a:pt x="423082" y="42870"/>
                </a:lnTo>
                <a:lnTo>
                  <a:pt x="375121" y="33947"/>
                </a:lnTo>
                <a:lnTo>
                  <a:pt x="326814" y="26032"/>
                </a:lnTo>
                <a:lnTo>
                  <a:pt x="278172" y="19135"/>
                </a:lnTo>
                <a:lnTo>
                  <a:pt x="229206" y="13268"/>
                </a:lnTo>
                <a:lnTo>
                  <a:pt x="179928" y="8443"/>
                </a:lnTo>
                <a:lnTo>
                  <a:pt x="130348" y="4671"/>
                </a:lnTo>
                <a:lnTo>
                  <a:pt x="80478" y="1962"/>
                </a:lnTo>
                <a:lnTo>
                  <a:pt x="30329" y="329"/>
                </a:lnTo>
                <a:lnTo>
                  <a:pt x="0" y="0"/>
                </a:lnTo>
                <a:close/>
              </a:path>
            </a:pathLst>
          </a:custGeom>
          <a:solidFill>
            <a:srgbClr val="D2D492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6512" y="3429000"/>
            <a:ext cx="3205488" cy="345440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40383" y="6470484"/>
            <a:ext cx="775335" cy="387985"/>
          </a:xfrm>
          <a:custGeom>
            <a:avLst/>
            <a:gdLst/>
            <a:ahLst/>
            <a:cxnLst/>
            <a:rect l="l" t="t" r="r" b="b"/>
            <a:pathLst>
              <a:path w="775335" h="387984">
                <a:moveTo>
                  <a:pt x="387603" y="0"/>
                </a:moveTo>
                <a:lnTo>
                  <a:pt x="338973" y="3019"/>
                </a:lnTo>
                <a:lnTo>
                  <a:pt x="292147" y="11834"/>
                </a:lnTo>
                <a:lnTo>
                  <a:pt x="247491" y="26083"/>
                </a:lnTo>
                <a:lnTo>
                  <a:pt x="205365" y="45403"/>
                </a:lnTo>
                <a:lnTo>
                  <a:pt x="166133" y="69429"/>
                </a:lnTo>
                <a:lnTo>
                  <a:pt x="130158" y="97799"/>
                </a:lnTo>
                <a:lnTo>
                  <a:pt x="97803" y="130149"/>
                </a:lnTo>
                <a:lnTo>
                  <a:pt x="69430" y="166118"/>
                </a:lnTo>
                <a:lnTo>
                  <a:pt x="45403" y="205341"/>
                </a:lnTo>
                <a:lnTo>
                  <a:pt x="26083" y="247455"/>
                </a:lnTo>
                <a:lnTo>
                  <a:pt x="11834" y="292097"/>
                </a:lnTo>
                <a:lnTo>
                  <a:pt x="3019" y="338904"/>
                </a:lnTo>
                <a:lnTo>
                  <a:pt x="0" y="387513"/>
                </a:lnTo>
                <a:lnTo>
                  <a:pt x="775080" y="387515"/>
                </a:lnTo>
                <a:lnTo>
                  <a:pt x="772061" y="338904"/>
                </a:lnTo>
                <a:lnTo>
                  <a:pt x="763246" y="292097"/>
                </a:lnTo>
                <a:lnTo>
                  <a:pt x="748999" y="247455"/>
                </a:lnTo>
                <a:lnTo>
                  <a:pt x="729681" y="205341"/>
                </a:lnTo>
                <a:lnTo>
                  <a:pt x="705657" y="166118"/>
                </a:lnTo>
                <a:lnTo>
                  <a:pt x="677289" y="130149"/>
                </a:lnTo>
                <a:lnTo>
                  <a:pt x="644941" y="97799"/>
                </a:lnTo>
                <a:lnTo>
                  <a:pt x="608976" y="69429"/>
                </a:lnTo>
                <a:lnTo>
                  <a:pt x="569757" y="45403"/>
                </a:lnTo>
                <a:lnTo>
                  <a:pt x="527647" y="26083"/>
                </a:lnTo>
                <a:lnTo>
                  <a:pt x="483010" y="11834"/>
                </a:lnTo>
                <a:lnTo>
                  <a:pt x="436207" y="3019"/>
                </a:lnTo>
                <a:lnTo>
                  <a:pt x="387603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7224" y="1199210"/>
            <a:ext cx="37592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3.</a:t>
            </a:r>
            <a:r>
              <a:rPr sz="2000" spc="-10" dirty="0"/>
              <a:t> </a:t>
            </a:r>
            <a:r>
              <a:rPr sz="2000" u="sng" spc="-10" dirty="0">
                <a:uFill>
                  <a:solidFill>
                    <a:srgbClr val="1F2C8F"/>
                  </a:solidFill>
                </a:uFill>
              </a:rPr>
              <a:t>FPGA</a:t>
            </a:r>
            <a:r>
              <a:rPr sz="2000" u="sng" spc="-135" dirty="0">
                <a:uFill>
                  <a:solidFill>
                    <a:srgbClr val="1F2C8F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1F2C8F"/>
                  </a:solidFill>
                </a:uFill>
              </a:rPr>
              <a:t>Synthesis</a:t>
            </a:r>
            <a:r>
              <a:rPr sz="2000" u="sng" spc="-35" dirty="0">
                <a:uFill>
                  <a:solidFill>
                    <a:srgbClr val="1F2C8F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1F2C8F"/>
                  </a:solidFill>
                </a:uFill>
              </a:rPr>
              <a:t>and</a:t>
            </a:r>
            <a:r>
              <a:rPr sz="2000" u="sng" spc="-15" dirty="0">
                <a:uFill>
                  <a:solidFill>
                    <a:srgbClr val="1F2C8F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1F2C8F"/>
                  </a:solidFill>
                </a:uFill>
              </a:rPr>
              <a:t>Simulation</a:t>
            </a:r>
            <a:endParaRPr sz="2000"/>
          </a:p>
        </p:txBody>
      </p:sp>
      <p:sp>
        <p:nvSpPr>
          <p:cNvPr id="6" name="object 6"/>
          <p:cNvSpPr txBox="1"/>
          <p:nvPr/>
        </p:nvSpPr>
        <p:spPr>
          <a:xfrm>
            <a:off x="757224" y="1809369"/>
            <a:ext cx="629221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Implemented</a:t>
            </a:r>
            <a:r>
              <a:rPr sz="20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on</a:t>
            </a: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Cyclone</a:t>
            </a:r>
            <a:r>
              <a:rPr sz="20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II</a:t>
            </a: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F2C8F"/>
                </a:solidFill>
                <a:latin typeface="Times New Roman"/>
                <a:cs typeface="Times New Roman"/>
              </a:rPr>
              <a:t>FPGA</a:t>
            </a:r>
            <a:r>
              <a:rPr sz="2000" spc="-114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using</a:t>
            </a:r>
            <a:r>
              <a:rPr sz="20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Quartus</a:t>
            </a:r>
            <a:r>
              <a:rPr sz="20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II.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Verified</a:t>
            </a:r>
            <a:r>
              <a:rPr sz="20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using</a:t>
            </a:r>
            <a:r>
              <a:rPr sz="20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ModelSim</a:t>
            </a:r>
            <a:r>
              <a:rPr sz="20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F2C8F"/>
                </a:solidFill>
                <a:latin typeface="Times New Roman"/>
                <a:cs typeface="Times New Roman"/>
              </a:rPr>
              <a:t>simulation.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66065" algn="l"/>
              </a:tabLst>
            </a:pPr>
            <a:r>
              <a:rPr sz="2000" b="1" u="sng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Post-</a:t>
            </a:r>
            <a:r>
              <a:rPr sz="2000" b="1" u="sng" spc="-10" dirty="0">
                <a:solidFill>
                  <a:srgbClr val="1F2C8F"/>
                </a:solidFill>
                <a:uFill>
                  <a:solidFill>
                    <a:srgbClr val="1F2C8F"/>
                  </a:solidFill>
                </a:uFill>
                <a:latin typeface="Times New Roman"/>
                <a:cs typeface="Times New Roman"/>
              </a:rPr>
              <a:t>Processing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1F2C8F"/>
              </a:buClr>
              <a:buFont typeface="Times New Roman"/>
              <a:buAutoNum type="arabicPeriod" startAt="4"/>
            </a:pPr>
            <a:endParaRPr sz="2000" dirty="0">
              <a:latin typeface="Times New Roman"/>
              <a:cs typeface="Times New Roman"/>
            </a:endParaRPr>
          </a:p>
          <a:p>
            <a:pPr marL="354965" marR="441325" lvl="1" indent="-342900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output</a:t>
            </a:r>
            <a:r>
              <a:rPr sz="20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hex</a:t>
            </a:r>
            <a:r>
              <a:rPr sz="20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file</a:t>
            </a:r>
            <a:r>
              <a:rPr sz="20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reconverted</a:t>
            </a:r>
            <a:r>
              <a:rPr sz="20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into</a:t>
            </a: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an</a:t>
            </a:r>
            <a:r>
              <a:rPr sz="2000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image </a:t>
            </a:r>
            <a:r>
              <a:rPr sz="2000" spc="-10" dirty="0">
                <a:solidFill>
                  <a:srgbClr val="1F2C8F"/>
                </a:solidFill>
                <a:latin typeface="Times New Roman"/>
                <a:cs typeface="Times New Roman"/>
              </a:rPr>
              <a:t>using MATLAB.</a:t>
            </a:r>
            <a:endParaRPr sz="2000" dirty="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Different</a:t>
            </a:r>
            <a:r>
              <a:rPr sz="20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threshold</a:t>
            </a:r>
            <a:r>
              <a:rPr sz="20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values</a:t>
            </a: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(e.g.,</a:t>
            </a:r>
            <a:r>
              <a:rPr sz="20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80,</a:t>
            </a: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100,</a:t>
            </a:r>
            <a:r>
              <a:rPr sz="20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200)</a:t>
            </a:r>
            <a:r>
              <a:rPr sz="2000" spc="-3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tested</a:t>
            </a:r>
            <a:r>
              <a:rPr sz="20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endParaRPr sz="2000" dirty="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</a:pPr>
            <a:r>
              <a:rPr sz="2000" dirty="0">
                <a:solidFill>
                  <a:srgbClr val="1F2C8F"/>
                </a:solidFill>
                <a:latin typeface="Times New Roman"/>
                <a:cs typeface="Times New Roman"/>
              </a:rPr>
              <a:t>evaluate</a:t>
            </a:r>
            <a:r>
              <a:rPr sz="20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1F2C8F"/>
                </a:solidFill>
                <a:latin typeface="Times New Roman"/>
                <a:cs typeface="Times New Roman"/>
              </a:rPr>
              <a:t>result.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9251" y="54635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F2C8F"/>
                </a:solidFill>
                <a:latin typeface="Arial Black"/>
                <a:cs typeface="Arial Black"/>
              </a:rPr>
              <a:t>8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E4FD-3BE9-A741-E42C-2BBF15EE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205720" cy="492443"/>
          </a:xfrm>
        </p:spPr>
        <p:txBody>
          <a:bodyPr/>
          <a:lstStyle/>
          <a:p>
            <a:r>
              <a:rPr lang="en-US" sz="3200" dirty="0"/>
              <a:t>Literature survey:</a:t>
            </a:r>
            <a:endParaRPr lang="en-IN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EDF399-F0E9-BE38-8E21-727EA174A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3075"/>
              </p:ext>
            </p:extLst>
          </p:nvPr>
        </p:nvGraphicFramePr>
        <p:xfrm>
          <a:off x="304800" y="497359"/>
          <a:ext cx="10972800" cy="58978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85539586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7363017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227994604"/>
                    </a:ext>
                  </a:extLst>
                </a:gridCol>
              </a:tblGrid>
              <a:tr h="41140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345584"/>
                  </a:ext>
                </a:extLst>
              </a:tr>
              <a:tr h="171769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 Implementation of a real-time edge detection system based on an improves canny algorithm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an academic research article published in the journal Applied Sciences by MDPI in the year of 2023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project implements a real-time FPGA-based edge detection system using an improved Canny algorithm with Sobel operator, adaptive Otsu thresholding, and logarithmic approximation to reduce hardware complexity and latency.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345090"/>
                  </a:ext>
                </a:extLst>
              </a:tr>
              <a:tr h="1015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 Based Fuzzy Edge Detection System for COVID-19 X-Ray Images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in: Journal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Europeen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des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Systemes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Automatises (JESA)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Publisher: IIETA (International Information and Engineering Technology Association)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develops a fuzzy logic–based edge detection system on FPGA (Zynq-7000) for real-time COVID-19 X-ray image analysis, improving diagnostic speed, edge clarity, and hardware efficiency with minimal resource use.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531200"/>
                  </a:ext>
                </a:extLst>
              </a:tr>
              <a:tr h="171769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edge detection in FPGA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 Online International Conference on Green Engineering and Technologies (IC-GET 2015), organized by IEEE and VIT University, Vellore, India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project implements image edge detection on FPGA using Verilog and MATLAB, converting 512×512 color images to black-and-white edge maps via Sobel operator thresholding to enhance processing speed.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083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256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088" y="-5089"/>
            <a:ext cx="12197715" cy="6863715"/>
            <a:chOff x="-5088" y="-5089"/>
            <a:chExt cx="12197715" cy="6863715"/>
          </a:xfrm>
        </p:grpSpPr>
        <p:sp>
          <p:nvSpPr>
            <p:cNvPr id="3" name="object 3"/>
            <p:cNvSpPr/>
            <p:nvPr/>
          </p:nvSpPr>
          <p:spPr>
            <a:xfrm>
              <a:off x="868" y="52"/>
              <a:ext cx="442595" cy="6853555"/>
            </a:xfrm>
            <a:custGeom>
              <a:avLst/>
              <a:gdLst/>
              <a:ahLst/>
              <a:cxnLst/>
              <a:rect l="l" t="t" r="r" b="b"/>
              <a:pathLst>
                <a:path w="442595" h="6853555">
                  <a:moveTo>
                    <a:pt x="442106" y="0"/>
                  </a:moveTo>
                  <a:lnTo>
                    <a:pt x="0" y="0"/>
                  </a:lnTo>
                  <a:lnTo>
                    <a:pt x="0" y="6853336"/>
                  </a:lnTo>
                  <a:lnTo>
                    <a:pt x="442106" y="6853336"/>
                  </a:lnTo>
                  <a:lnTo>
                    <a:pt x="442106" y="0"/>
                  </a:lnTo>
                  <a:close/>
                </a:path>
              </a:pathLst>
            </a:custGeom>
            <a:solidFill>
              <a:srgbClr val="D2D4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" y="4420107"/>
              <a:ext cx="1293495" cy="2438400"/>
            </a:xfrm>
            <a:custGeom>
              <a:avLst/>
              <a:gdLst/>
              <a:ahLst/>
              <a:cxnLst/>
              <a:rect l="l" t="t" r="r" b="b"/>
              <a:pathLst>
                <a:path w="1293495" h="2438400">
                  <a:moveTo>
                    <a:pt x="0" y="0"/>
                  </a:moveTo>
                  <a:lnTo>
                    <a:pt x="0" y="2437891"/>
                  </a:lnTo>
                  <a:lnTo>
                    <a:pt x="1293244" y="2437891"/>
                  </a:lnTo>
                  <a:lnTo>
                    <a:pt x="1292804" y="2386578"/>
                  </a:lnTo>
                  <a:lnTo>
                    <a:pt x="1291489" y="2335476"/>
                  </a:lnTo>
                  <a:lnTo>
                    <a:pt x="1289306" y="2284593"/>
                  </a:lnTo>
                  <a:lnTo>
                    <a:pt x="1286263" y="2233935"/>
                  </a:lnTo>
                  <a:lnTo>
                    <a:pt x="1282366" y="2183509"/>
                  </a:lnTo>
                  <a:lnTo>
                    <a:pt x="1277622" y="2133323"/>
                  </a:lnTo>
                  <a:lnTo>
                    <a:pt x="1272039" y="2083384"/>
                  </a:lnTo>
                  <a:lnTo>
                    <a:pt x="1265623" y="2033698"/>
                  </a:lnTo>
                  <a:lnTo>
                    <a:pt x="1258382" y="1984272"/>
                  </a:lnTo>
                  <a:lnTo>
                    <a:pt x="1250323" y="1935114"/>
                  </a:lnTo>
                  <a:lnTo>
                    <a:pt x="1241453" y="1886230"/>
                  </a:lnTo>
                  <a:lnTo>
                    <a:pt x="1231779" y="1837629"/>
                  </a:lnTo>
                  <a:lnTo>
                    <a:pt x="1221307" y="1789315"/>
                  </a:lnTo>
                  <a:lnTo>
                    <a:pt x="1210046" y="1741298"/>
                  </a:lnTo>
                  <a:lnTo>
                    <a:pt x="1198002" y="1693583"/>
                  </a:lnTo>
                  <a:lnTo>
                    <a:pt x="1185183" y="1646178"/>
                  </a:lnTo>
                  <a:lnTo>
                    <a:pt x="1171594" y="1599089"/>
                  </a:lnTo>
                  <a:lnTo>
                    <a:pt x="1157245" y="1552325"/>
                  </a:lnTo>
                  <a:lnTo>
                    <a:pt x="1142141" y="1505891"/>
                  </a:lnTo>
                  <a:lnTo>
                    <a:pt x="1126289" y="1459795"/>
                  </a:lnTo>
                  <a:lnTo>
                    <a:pt x="1109698" y="1414044"/>
                  </a:lnTo>
                  <a:lnTo>
                    <a:pt x="1092373" y="1368644"/>
                  </a:lnTo>
                  <a:lnTo>
                    <a:pt x="1074322" y="1323604"/>
                  </a:lnTo>
                  <a:lnTo>
                    <a:pt x="1055552" y="1278930"/>
                  </a:lnTo>
                  <a:lnTo>
                    <a:pt x="1036071" y="1234629"/>
                  </a:lnTo>
                  <a:lnTo>
                    <a:pt x="1015884" y="1190707"/>
                  </a:lnTo>
                  <a:lnTo>
                    <a:pt x="995000" y="1147173"/>
                  </a:lnTo>
                  <a:lnTo>
                    <a:pt x="973426" y="1104033"/>
                  </a:lnTo>
                  <a:lnTo>
                    <a:pt x="951168" y="1061294"/>
                  </a:lnTo>
                  <a:lnTo>
                    <a:pt x="928233" y="1018963"/>
                  </a:lnTo>
                  <a:lnTo>
                    <a:pt x="904629" y="977047"/>
                  </a:lnTo>
                  <a:lnTo>
                    <a:pt x="880363" y="935554"/>
                  </a:lnTo>
                  <a:lnTo>
                    <a:pt x="855442" y="894489"/>
                  </a:lnTo>
                  <a:lnTo>
                    <a:pt x="829873" y="853861"/>
                  </a:lnTo>
                  <a:lnTo>
                    <a:pt x="803663" y="813677"/>
                  </a:lnTo>
                  <a:lnTo>
                    <a:pt x="776819" y="773942"/>
                  </a:lnTo>
                  <a:lnTo>
                    <a:pt x="749348" y="734665"/>
                  </a:lnTo>
                  <a:lnTo>
                    <a:pt x="721257" y="695853"/>
                  </a:lnTo>
                  <a:lnTo>
                    <a:pt x="692554" y="657511"/>
                  </a:lnTo>
                  <a:lnTo>
                    <a:pt x="663246" y="619648"/>
                  </a:lnTo>
                  <a:lnTo>
                    <a:pt x="633339" y="582271"/>
                  </a:lnTo>
                  <a:lnTo>
                    <a:pt x="602841" y="545386"/>
                  </a:lnTo>
                  <a:lnTo>
                    <a:pt x="571758" y="509001"/>
                  </a:lnTo>
                  <a:lnTo>
                    <a:pt x="540098" y="473122"/>
                  </a:lnTo>
                  <a:lnTo>
                    <a:pt x="507869" y="437757"/>
                  </a:lnTo>
                  <a:lnTo>
                    <a:pt x="475076" y="402912"/>
                  </a:lnTo>
                  <a:lnTo>
                    <a:pt x="441728" y="368595"/>
                  </a:lnTo>
                  <a:lnTo>
                    <a:pt x="407831" y="334813"/>
                  </a:lnTo>
                  <a:lnTo>
                    <a:pt x="373392" y="301573"/>
                  </a:lnTo>
                  <a:lnTo>
                    <a:pt x="338418" y="268881"/>
                  </a:lnTo>
                  <a:lnTo>
                    <a:pt x="302918" y="236745"/>
                  </a:lnTo>
                  <a:lnTo>
                    <a:pt x="266896" y="205171"/>
                  </a:lnTo>
                  <a:lnTo>
                    <a:pt x="230362" y="174168"/>
                  </a:lnTo>
                  <a:lnTo>
                    <a:pt x="193321" y="143741"/>
                  </a:lnTo>
                  <a:lnTo>
                    <a:pt x="155781" y="113899"/>
                  </a:lnTo>
                  <a:lnTo>
                    <a:pt x="117749" y="84647"/>
                  </a:lnTo>
                  <a:lnTo>
                    <a:pt x="79232" y="55993"/>
                  </a:lnTo>
                  <a:lnTo>
                    <a:pt x="40237" y="27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CD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1149" y="867"/>
              <a:ext cx="11791315" cy="442595"/>
            </a:xfrm>
            <a:custGeom>
              <a:avLst/>
              <a:gdLst/>
              <a:ahLst/>
              <a:cxnLst/>
              <a:rect l="l" t="t" r="r" b="b"/>
              <a:pathLst>
                <a:path w="11791315" h="442595">
                  <a:moveTo>
                    <a:pt x="11790851" y="442106"/>
                  </a:moveTo>
                  <a:lnTo>
                    <a:pt x="11790851" y="0"/>
                  </a:lnTo>
                  <a:lnTo>
                    <a:pt x="0" y="0"/>
                  </a:lnTo>
                  <a:lnTo>
                    <a:pt x="0" y="442106"/>
                  </a:lnTo>
                  <a:lnTo>
                    <a:pt x="11790851" y="442106"/>
                  </a:lnTo>
                  <a:close/>
                </a:path>
              </a:pathLst>
            </a:custGeom>
            <a:solidFill>
              <a:srgbClr val="D2D4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928495" cy="1939289"/>
            </a:xfrm>
            <a:custGeom>
              <a:avLst/>
              <a:gdLst/>
              <a:ahLst/>
              <a:cxnLst/>
              <a:rect l="l" t="t" r="r" b="b"/>
              <a:pathLst>
                <a:path w="1928495" h="1939289">
                  <a:moveTo>
                    <a:pt x="1928467" y="0"/>
                  </a:moveTo>
                  <a:lnTo>
                    <a:pt x="1922782" y="47845"/>
                  </a:lnTo>
                  <a:lnTo>
                    <a:pt x="1916207" y="94429"/>
                  </a:lnTo>
                  <a:lnTo>
                    <a:pt x="1908661" y="140693"/>
                  </a:lnTo>
                  <a:lnTo>
                    <a:pt x="1900155" y="186628"/>
                  </a:lnTo>
                  <a:lnTo>
                    <a:pt x="1890698" y="232222"/>
                  </a:lnTo>
                  <a:lnTo>
                    <a:pt x="1880302" y="277464"/>
                  </a:lnTo>
                  <a:lnTo>
                    <a:pt x="1868977" y="322345"/>
                  </a:lnTo>
                  <a:lnTo>
                    <a:pt x="1856734" y="366853"/>
                  </a:lnTo>
                  <a:lnTo>
                    <a:pt x="1843584" y="410977"/>
                  </a:lnTo>
                  <a:lnTo>
                    <a:pt x="1829538" y="454707"/>
                  </a:lnTo>
                  <a:lnTo>
                    <a:pt x="1814605" y="498033"/>
                  </a:lnTo>
                  <a:lnTo>
                    <a:pt x="1798797" y="540943"/>
                  </a:lnTo>
                  <a:lnTo>
                    <a:pt x="1782125" y="583426"/>
                  </a:lnTo>
                  <a:lnTo>
                    <a:pt x="1764599" y="625473"/>
                  </a:lnTo>
                  <a:lnTo>
                    <a:pt x="1746230" y="667073"/>
                  </a:lnTo>
                  <a:lnTo>
                    <a:pt x="1727028" y="708214"/>
                  </a:lnTo>
                  <a:lnTo>
                    <a:pt x="1707005" y="748886"/>
                  </a:lnTo>
                  <a:lnTo>
                    <a:pt x="1686170" y="789078"/>
                  </a:lnTo>
                  <a:lnTo>
                    <a:pt x="1664535" y="828780"/>
                  </a:lnTo>
                  <a:lnTo>
                    <a:pt x="1642110" y="867982"/>
                  </a:lnTo>
                  <a:lnTo>
                    <a:pt x="1618907" y="906671"/>
                  </a:lnTo>
                  <a:lnTo>
                    <a:pt x="1594935" y="944838"/>
                  </a:lnTo>
                  <a:lnTo>
                    <a:pt x="1570205" y="982472"/>
                  </a:lnTo>
                  <a:lnTo>
                    <a:pt x="1544729" y="1019562"/>
                  </a:lnTo>
                  <a:lnTo>
                    <a:pt x="1518516" y="1056098"/>
                  </a:lnTo>
                  <a:lnTo>
                    <a:pt x="1491578" y="1092069"/>
                  </a:lnTo>
                  <a:lnTo>
                    <a:pt x="1463925" y="1127463"/>
                  </a:lnTo>
                  <a:lnTo>
                    <a:pt x="1435567" y="1162272"/>
                  </a:lnTo>
                  <a:lnTo>
                    <a:pt x="1406516" y="1196483"/>
                  </a:lnTo>
                  <a:lnTo>
                    <a:pt x="1376783" y="1230086"/>
                  </a:lnTo>
                  <a:lnTo>
                    <a:pt x="1346377" y="1263070"/>
                  </a:lnTo>
                  <a:lnTo>
                    <a:pt x="1315310" y="1295425"/>
                  </a:lnTo>
                  <a:lnTo>
                    <a:pt x="1283592" y="1327141"/>
                  </a:lnTo>
                  <a:lnTo>
                    <a:pt x="1251234" y="1358205"/>
                  </a:lnTo>
                  <a:lnTo>
                    <a:pt x="1218247" y="1388608"/>
                  </a:lnTo>
                  <a:lnTo>
                    <a:pt x="1184641" y="1418340"/>
                  </a:lnTo>
                  <a:lnTo>
                    <a:pt x="1150428" y="1447388"/>
                  </a:lnTo>
                  <a:lnTo>
                    <a:pt x="1115617" y="1475743"/>
                  </a:lnTo>
                  <a:lnTo>
                    <a:pt x="1080219" y="1503394"/>
                  </a:lnTo>
                  <a:lnTo>
                    <a:pt x="1044245" y="1530330"/>
                  </a:lnTo>
                  <a:lnTo>
                    <a:pt x="1007707" y="1556541"/>
                  </a:lnTo>
                  <a:lnTo>
                    <a:pt x="970614" y="1582015"/>
                  </a:lnTo>
                  <a:lnTo>
                    <a:pt x="932977" y="1606743"/>
                  </a:lnTo>
                  <a:lnTo>
                    <a:pt x="894806" y="1630713"/>
                  </a:lnTo>
                  <a:lnTo>
                    <a:pt x="856114" y="1653914"/>
                  </a:lnTo>
                  <a:lnTo>
                    <a:pt x="816910" y="1676337"/>
                  </a:lnTo>
                  <a:lnTo>
                    <a:pt x="777204" y="1697970"/>
                  </a:lnTo>
                  <a:lnTo>
                    <a:pt x="737009" y="1718803"/>
                  </a:lnTo>
                  <a:lnTo>
                    <a:pt x="696333" y="1738825"/>
                  </a:lnTo>
                  <a:lnTo>
                    <a:pt x="655189" y="1758025"/>
                  </a:lnTo>
                  <a:lnTo>
                    <a:pt x="613586" y="1776393"/>
                  </a:lnTo>
                  <a:lnTo>
                    <a:pt x="571536" y="1793918"/>
                  </a:lnTo>
                  <a:lnTo>
                    <a:pt x="529049" y="1810588"/>
                  </a:lnTo>
                  <a:lnTo>
                    <a:pt x="486136" y="1826395"/>
                  </a:lnTo>
                  <a:lnTo>
                    <a:pt x="442807" y="1841326"/>
                  </a:lnTo>
                  <a:lnTo>
                    <a:pt x="399073" y="1855372"/>
                  </a:lnTo>
                  <a:lnTo>
                    <a:pt x="354945" y="1868521"/>
                  </a:lnTo>
                  <a:lnTo>
                    <a:pt x="310434" y="1880762"/>
                  </a:lnTo>
                  <a:lnTo>
                    <a:pt x="265550" y="1892086"/>
                  </a:lnTo>
                  <a:lnTo>
                    <a:pt x="220304" y="1902481"/>
                  </a:lnTo>
                  <a:lnTo>
                    <a:pt x="174706" y="1911937"/>
                  </a:lnTo>
                  <a:lnTo>
                    <a:pt x="128768" y="1920443"/>
                  </a:lnTo>
                  <a:lnTo>
                    <a:pt x="82500" y="1927988"/>
                  </a:lnTo>
                  <a:lnTo>
                    <a:pt x="35912" y="1934562"/>
                  </a:lnTo>
                  <a:lnTo>
                    <a:pt x="0" y="1938845"/>
                  </a:lnTo>
                </a:path>
                <a:path w="1928495" h="1939289">
                  <a:moveTo>
                    <a:pt x="1807939" y="0"/>
                  </a:moveTo>
                  <a:lnTo>
                    <a:pt x="1802008" y="47129"/>
                  </a:lnTo>
                  <a:lnTo>
                    <a:pt x="1795086" y="93529"/>
                  </a:lnTo>
                  <a:lnTo>
                    <a:pt x="1787143" y="139587"/>
                  </a:lnTo>
                  <a:lnTo>
                    <a:pt x="1778193" y="185293"/>
                  </a:lnTo>
                  <a:lnTo>
                    <a:pt x="1768245" y="230634"/>
                  </a:lnTo>
                  <a:lnTo>
                    <a:pt x="1757314" y="275598"/>
                  </a:lnTo>
                  <a:lnTo>
                    <a:pt x="1745409" y="320173"/>
                  </a:lnTo>
                  <a:lnTo>
                    <a:pt x="1732544" y="364348"/>
                  </a:lnTo>
                  <a:lnTo>
                    <a:pt x="1718730" y="408110"/>
                  </a:lnTo>
                  <a:lnTo>
                    <a:pt x="1703979" y="451448"/>
                  </a:lnTo>
                  <a:lnTo>
                    <a:pt x="1688303" y="494349"/>
                  </a:lnTo>
                  <a:lnTo>
                    <a:pt x="1671714" y="536802"/>
                  </a:lnTo>
                  <a:lnTo>
                    <a:pt x="1654223" y="578795"/>
                  </a:lnTo>
                  <a:lnTo>
                    <a:pt x="1635844" y="620315"/>
                  </a:lnTo>
                  <a:lnTo>
                    <a:pt x="1616587" y="661352"/>
                  </a:lnTo>
                  <a:lnTo>
                    <a:pt x="1596465" y="701893"/>
                  </a:lnTo>
                  <a:lnTo>
                    <a:pt x="1575489" y="741925"/>
                  </a:lnTo>
                  <a:lnTo>
                    <a:pt x="1553672" y="781438"/>
                  </a:lnTo>
                  <a:lnTo>
                    <a:pt x="1531025" y="820420"/>
                  </a:lnTo>
                  <a:lnTo>
                    <a:pt x="1507560" y="858857"/>
                  </a:lnTo>
                  <a:lnTo>
                    <a:pt x="1483289" y="896739"/>
                  </a:lnTo>
                  <a:lnTo>
                    <a:pt x="1458225" y="934054"/>
                  </a:lnTo>
                  <a:lnTo>
                    <a:pt x="1432378" y="970789"/>
                  </a:lnTo>
                  <a:lnTo>
                    <a:pt x="1405762" y="1006933"/>
                  </a:lnTo>
                  <a:lnTo>
                    <a:pt x="1378387" y="1042474"/>
                  </a:lnTo>
                  <a:lnTo>
                    <a:pt x="1350266" y="1077399"/>
                  </a:lnTo>
                  <a:lnTo>
                    <a:pt x="1321410" y="1111698"/>
                  </a:lnTo>
                  <a:lnTo>
                    <a:pt x="1291832" y="1145358"/>
                  </a:lnTo>
                  <a:lnTo>
                    <a:pt x="1261544" y="1178366"/>
                  </a:lnTo>
                  <a:lnTo>
                    <a:pt x="1230557" y="1210712"/>
                  </a:lnTo>
                  <a:lnTo>
                    <a:pt x="1198883" y="1242384"/>
                  </a:lnTo>
                  <a:lnTo>
                    <a:pt x="1166535" y="1273368"/>
                  </a:lnTo>
                  <a:lnTo>
                    <a:pt x="1133524" y="1303655"/>
                  </a:lnTo>
                  <a:lnTo>
                    <a:pt x="1099862" y="1333230"/>
                  </a:lnTo>
                  <a:lnTo>
                    <a:pt x="1065560" y="1362084"/>
                  </a:lnTo>
                  <a:lnTo>
                    <a:pt x="1030632" y="1390203"/>
                  </a:lnTo>
                  <a:lnTo>
                    <a:pt x="995088" y="1417575"/>
                  </a:lnTo>
                  <a:lnTo>
                    <a:pt x="958942" y="1444190"/>
                  </a:lnTo>
                  <a:lnTo>
                    <a:pt x="922204" y="1470035"/>
                  </a:lnTo>
                  <a:lnTo>
                    <a:pt x="884886" y="1495098"/>
                  </a:lnTo>
                  <a:lnTo>
                    <a:pt x="847001" y="1519367"/>
                  </a:lnTo>
                  <a:lnTo>
                    <a:pt x="808560" y="1542830"/>
                  </a:lnTo>
                  <a:lnTo>
                    <a:pt x="769576" y="1565475"/>
                  </a:lnTo>
                  <a:lnTo>
                    <a:pt x="730060" y="1587291"/>
                  </a:lnTo>
                  <a:lnTo>
                    <a:pt x="690023" y="1608265"/>
                  </a:lnTo>
                  <a:lnTo>
                    <a:pt x="649479" y="1628386"/>
                  </a:lnTo>
                  <a:lnTo>
                    <a:pt x="608439" y="1647642"/>
                  </a:lnTo>
                  <a:lnTo>
                    <a:pt x="566915" y="1666020"/>
                  </a:lnTo>
                  <a:lnTo>
                    <a:pt x="524919" y="1683509"/>
                  </a:lnTo>
                  <a:lnTo>
                    <a:pt x="482462" y="1700097"/>
                  </a:lnTo>
                  <a:lnTo>
                    <a:pt x="439557" y="1715772"/>
                  </a:lnTo>
                  <a:lnTo>
                    <a:pt x="396216" y="1730522"/>
                  </a:lnTo>
                  <a:lnTo>
                    <a:pt x="352450" y="1744335"/>
                  </a:lnTo>
                  <a:lnTo>
                    <a:pt x="308271" y="1757200"/>
                  </a:lnTo>
                  <a:lnTo>
                    <a:pt x="263692" y="1769104"/>
                  </a:lnTo>
                  <a:lnTo>
                    <a:pt x="218724" y="1780035"/>
                  </a:lnTo>
                  <a:lnTo>
                    <a:pt x="173379" y="1789981"/>
                  </a:lnTo>
                  <a:lnTo>
                    <a:pt x="127669" y="1798932"/>
                  </a:lnTo>
                  <a:lnTo>
                    <a:pt x="81606" y="1806874"/>
                  </a:lnTo>
                  <a:lnTo>
                    <a:pt x="35202" y="1813795"/>
                  </a:lnTo>
                  <a:lnTo>
                    <a:pt x="0" y="1818232"/>
                  </a:lnTo>
                </a:path>
                <a:path w="1928495" h="1939289">
                  <a:moveTo>
                    <a:pt x="1687319" y="0"/>
                  </a:moveTo>
                  <a:lnTo>
                    <a:pt x="1681125" y="46360"/>
                  </a:lnTo>
                  <a:lnTo>
                    <a:pt x="1673817" y="92557"/>
                  </a:lnTo>
                  <a:lnTo>
                    <a:pt x="1665435" y="138388"/>
                  </a:lnTo>
                  <a:lnTo>
                    <a:pt x="1655993" y="183839"/>
                  </a:lnTo>
                  <a:lnTo>
                    <a:pt x="1645503" y="228897"/>
                  </a:lnTo>
                  <a:lnTo>
                    <a:pt x="1633978" y="273549"/>
                  </a:lnTo>
                  <a:lnTo>
                    <a:pt x="1621433" y="317781"/>
                  </a:lnTo>
                  <a:lnTo>
                    <a:pt x="1607881" y="361580"/>
                  </a:lnTo>
                  <a:lnTo>
                    <a:pt x="1593334" y="404933"/>
                  </a:lnTo>
                  <a:lnTo>
                    <a:pt x="1577807" y="447827"/>
                  </a:lnTo>
                  <a:lnTo>
                    <a:pt x="1561312" y="490247"/>
                  </a:lnTo>
                  <a:lnTo>
                    <a:pt x="1543863" y="532180"/>
                  </a:lnTo>
                  <a:lnTo>
                    <a:pt x="1525474" y="573614"/>
                  </a:lnTo>
                  <a:lnTo>
                    <a:pt x="1506157" y="614535"/>
                  </a:lnTo>
                  <a:lnTo>
                    <a:pt x="1485926" y="654929"/>
                  </a:lnTo>
                  <a:lnTo>
                    <a:pt x="1464795" y="694783"/>
                  </a:lnTo>
                  <a:lnTo>
                    <a:pt x="1442777" y="734084"/>
                  </a:lnTo>
                  <a:lnTo>
                    <a:pt x="1419885" y="772819"/>
                  </a:lnTo>
                  <a:lnTo>
                    <a:pt x="1396132" y="810973"/>
                  </a:lnTo>
                  <a:lnTo>
                    <a:pt x="1371532" y="848535"/>
                  </a:lnTo>
                  <a:lnTo>
                    <a:pt x="1346098" y="885489"/>
                  </a:lnTo>
                  <a:lnTo>
                    <a:pt x="1319844" y="921824"/>
                  </a:lnTo>
                  <a:lnTo>
                    <a:pt x="1292783" y="957525"/>
                  </a:lnTo>
                  <a:lnTo>
                    <a:pt x="1264928" y="992580"/>
                  </a:lnTo>
                  <a:lnTo>
                    <a:pt x="1236293" y="1026974"/>
                  </a:lnTo>
                  <a:lnTo>
                    <a:pt x="1206891" y="1060695"/>
                  </a:lnTo>
                  <a:lnTo>
                    <a:pt x="1176735" y="1093729"/>
                  </a:lnTo>
                  <a:lnTo>
                    <a:pt x="1145839" y="1126063"/>
                  </a:lnTo>
                  <a:lnTo>
                    <a:pt x="1114216" y="1157684"/>
                  </a:lnTo>
                  <a:lnTo>
                    <a:pt x="1081879" y="1188577"/>
                  </a:lnTo>
                  <a:lnTo>
                    <a:pt x="1048842" y="1218731"/>
                  </a:lnTo>
                  <a:lnTo>
                    <a:pt x="1015118" y="1248131"/>
                  </a:lnTo>
                  <a:lnTo>
                    <a:pt x="980721" y="1276764"/>
                  </a:lnTo>
                  <a:lnTo>
                    <a:pt x="945664" y="1304616"/>
                  </a:lnTo>
                  <a:lnTo>
                    <a:pt x="909960" y="1331675"/>
                  </a:lnTo>
                  <a:lnTo>
                    <a:pt x="873622" y="1357927"/>
                  </a:lnTo>
                  <a:lnTo>
                    <a:pt x="836665" y="1383359"/>
                  </a:lnTo>
                  <a:lnTo>
                    <a:pt x="799101" y="1407957"/>
                  </a:lnTo>
                  <a:lnTo>
                    <a:pt x="760943" y="1431708"/>
                  </a:lnTo>
                  <a:lnTo>
                    <a:pt x="722206" y="1454598"/>
                  </a:lnTo>
                  <a:lnTo>
                    <a:pt x="682901" y="1476615"/>
                  </a:lnTo>
                  <a:lnTo>
                    <a:pt x="643044" y="1497744"/>
                  </a:lnTo>
                  <a:lnTo>
                    <a:pt x="602647" y="1517973"/>
                  </a:lnTo>
                  <a:lnTo>
                    <a:pt x="561723" y="1537288"/>
                  </a:lnTo>
                  <a:lnTo>
                    <a:pt x="520286" y="1555676"/>
                  </a:lnTo>
                  <a:lnTo>
                    <a:pt x="478349" y="1573124"/>
                  </a:lnTo>
                  <a:lnTo>
                    <a:pt x="435925" y="1589617"/>
                  </a:lnTo>
                  <a:lnTo>
                    <a:pt x="393029" y="1605143"/>
                  </a:lnTo>
                  <a:lnTo>
                    <a:pt x="349672" y="1619689"/>
                  </a:lnTo>
                  <a:lnTo>
                    <a:pt x="305870" y="1633240"/>
                  </a:lnTo>
                  <a:lnTo>
                    <a:pt x="261634" y="1645784"/>
                  </a:lnTo>
                  <a:lnTo>
                    <a:pt x="216979" y="1657307"/>
                  </a:lnTo>
                  <a:lnTo>
                    <a:pt x="171917" y="1667797"/>
                  </a:lnTo>
                  <a:lnTo>
                    <a:pt x="126462" y="1677239"/>
                  </a:lnTo>
                  <a:lnTo>
                    <a:pt x="80628" y="1685620"/>
                  </a:lnTo>
                  <a:lnTo>
                    <a:pt x="34427" y="1692927"/>
                  </a:lnTo>
                  <a:lnTo>
                    <a:pt x="0" y="1697526"/>
                  </a:lnTo>
                </a:path>
                <a:path w="1928495" h="1939289">
                  <a:moveTo>
                    <a:pt x="1566472" y="0"/>
                  </a:moveTo>
                  <a:lnTo>
                    <a:pt x="1560008" y="45458"/>
                  </a:lnTo>
                  <a:lnTo>
                    <a:pt x="1552270" y="91420"/>
                  </a:lnTo>
                  <a:lnTo>
                    <a:pt x="1543398" y="136988"/>
                  </a:lnTo>
                  <a:lnTo>
                    <a:pt x="1533406" y="182144"/>
                  </a:lnTo>
                  <a:lnTo>
                    <a:pt x="1522311" y="226876"/>
                  </a:lnTo>
                  <a:lnTo>
                    <a:pt x="1510127" y="271168"/>
                  </a:lnTo>
                  <a:lnTo>
                    <a:pt x="1496870" y="315004"/>
                  </a:lnTo>
                  <a:lnTo>
                    <a:pt x="1482554" y="358370"/>
                  </a:lnTo>
                  <a:lnTo>
                    <a:pt x="1467194" y="401250"/>
                  </a:lnTo>
                  <a:lnTo>
                    <a:pt x="1450805" y="443629"/>
                  </a:lnTo>
                  <a:lnTo>
                    <a:pt x="1433404" y="485493"/>
                  </a:lnTo>
                  <a:lnTo>
                    <a:pt x="1415004" y="526827"/>
                  </a:lnTo>
                  <a:lnTo>
                    <a:pt x="1395620" y="567614"/>
                  </a:lnTo>
                  <a:lnTo>
                    <a:pt x="1375269" y="607840"/>
                  </a:lnTo>
                  <a:lnTo>
                    <a:pt x="1353965" y="647491"/>
                  </a:lnTo>
                  <a:lnTo>
                    <a:pt x="1331722" y="686550"/>
                  </a:lnTo>
                  <a:lnTo>
                    <a:pt x="1308557" y="725004"/>
                  </a:lnTo>
                  <a:lnTo>
                    <a:pt x="1284484" y="762836"/>
                  </a:lnTo>
                  <a:lnTo>
                    <a:pt x="1259518" y="800032"/>
                  </a:lnTo>
                  <a:lnTo>
                    <a:pt x="1233674" y="836576"/>
                  </a:lnTo>
                  <a:lnTo>
                    <a:pt x="1206968" y="872454"/>
                  </a:lnTo>
                  <a:lnTo>
                    <a:pt x="1179415" y="907650"/>
                  </a:lnTo>
                  <a:lnTo>
                    <a:pt x="1151029" y="942150"/>
                  </a:lnTo>
                  <a:lnTo>
                    <a:pt x="1121825" y="975938"/>
                  </a:lnTo>
                  <a:lnTo>
                    <a:pt x="1091820" y="1008999"/>
                  </a:lnTo>
                  <a:lnTo>
                    <a:pt x="1061027" y="1041319"/>
                  </a:lnTo>
                  <a:lnTo>
                    <a:pt x="1029462" y="1072881"/>
                  </a:lnTo>
                  <a:lnTo>
                    <a:pt x="997140" y="1103672"/>
                  </a:lnTo>
                  <a:lnTo>
                    <a:pt x="964076" y="1133675"/>
                  </a:lnTo>
                  <a:lnTo>
                    <a:pt x="930286" y="1162876"/>
                  </a:lnTo>
                  <a:lnTo>
                    <a:pt x="895783" y="1191260"/>
                  </a:lnTo>
                  <a:lnTo>
                    <a:pt x="860584" y="1218811"/>
                  </a:lnTo>
                  <a:lnTo>
                    <a:pt x="824704" y="1245515"/>
                  </a:lnTo>
                  <a:lnTo>
                    <a:pt x="788156" y="1271357"/>
                  </a:lnTo>
                  <a:lnTo>
                    <a:pt x="750958" y="1296321"/>
                  </a:lnTo>
                  <a:lnTo>
                    <a:pt x="713123" y="1320392"/>
                  </a:lnTo>
                  <a:lnTo>
                    <a:pt x="674667" y="1343556"/>
                  </a:lnTo>
                  <a:lnTo>
                    <a:pt x="635604" y="1365797"/>
                  </a:lnTo>
                  <a:lnTo>
                    <a:pt x="595951" y="1387099"/>
                  </a:lnTo>
                  <a:lnTo>
                    <a:pt x="555721" y="1407449"/>
                  </a:lnTo>
                  <a:lnTo>
                    <a:pt x="514931" y="1426831"/>
                  </a:lnTo>
                  <a:lnTo>
                    <a:pt x="473594" y="1445230"/>
                  </a:lnTo>
                  <a:lnTo>
                    <a:pt x="431727" y="1462630"/>
                  </a:lnTo>
                  <a:lnTo>
                    <a:pt x="389344" y="1479017"/>
                  </a:lnTo>
                  <a:lnTo>
                    <a:pt x="346461" y="1494376"/>
                  </a:lnTo>
                  <a:lnTo>
                    <a:pt x="303092" y="1508691"/>
                  </a:lnTo>
                  <a:lnTo>
                    <a:pt x="259252" y="1521947"/>
                  </a:lnTo>
                  <a:lnTo>
                    <a:pt x="214957" y="1534130"/>
                  </a:lnTo>
                  <a:lnTo>
                    <a:pt x="170222" y="1545225"/>
                  </a:lnTo>
                  <a:lnTo>
                    <a:pt x="125062" y="1555215"/>
                  </a:lnTo>
                  <a:lnTo>
                    <a:pt x="79491" y="1564087"/>
                  </a:lnTo>
                  <a:lnTo>
                    <a:pt x="33526" y="1571825"/>
                  </a:lnTo>
                  <a:lnTo>
                    <a:pt x="0" y="1576591"/>
                  </a:lnTo>
                </a:path>
                <a:path w="1928495" h="1939289">
                  <a:moveTo>
                    <a:pt x="1445593" y="0"/>
                  </a:moveTo>
                  <a:lnTo>
                    <a:pt x="1438839" y="44453"/>
                  </a:lnTo>
                  <a:lnTo>
                    <a:pt x="1430616" y="90149"/>
                  </a:lnTo>
                  <a:lnTo>
                    <a:pt x="1421193" y="135417"/>
                  </a:lnTo>
                  <a:lnTo>
                    <a:pt x="1410586" y="180238"/>
                  </a:lnTo>
                  <a:lnTo>
                    <a:pt x="1398812" y="224597"/>
                  </a:lnTo>
                  <a:lnTo>
                    <a:pt x="1385889" y="268476"/>
                  </a:lnTo>
                  <a:lnTo>
                    <a:pt x="1371834" y="311858"/>
                  </a:lnTo>
                  <a:lnTo>
                    <a:pt x="1356664" y="354725"/>
                  </a:lnTo>
                  <a:lnTo>
                    <a:pt x="1340396" y="397061"/>
                  </a:lnTo>
                  <a:lnTo>
                    <a:pt x="1323047" y="438848"/>
                  </a:lnTo>
                  <a:lnTo>
                    <a:pt x="1304635" y="480069"/>
                  </a:lnTo>
                  <a:lnTo>
                    <a:pt x="1285176" y="520707"/>
                  </a:lnTo>
                  <a:lnTo>
                    <a:pt x="1264688" y="560745"/>
                  </a:lnTo>
                  <a:lnTo>
                    <a:pt x="1243189" y="600165"/>
                  </a:lnTo>
                  <a:lnTo>
                    <a:pt x="1220694" y="638951"/>
                  </a:lnTo>
                  <a:lnTo>
                    <a:pt x="1197221" y="677086"/>
                  </a:lnTo>
                  <a:lnTo>
                    <a:pt x="1172788" y="714551"/>
                  </a:lnTo>
                  <a:lnTo>
                    <a:pt x="1147412" y="751331"/>
                  </a:lnTo>
                  <a:lnTo>
                    <a:pt x="1121109" y="787407"/>
                  </a:lnTo>
                  <a:lnTo>
                    <a:pt x="1093897" y="822764"/>
                  </a:lnTo>
                  <a:lnTo>
                    <a:pt x="1065793" y="857382"/>
                  </a:lnTo>
                  <a:lnTo>
                    <a:pt x="1036814" y="891247"/>
                  </a:lnTo>
                  <a:lnTo>
                    <a:pt x="1006978" y="924339"/>
                  </a:lnTo>
                  <a:lnTo>
                    <a:pt x="976301" y="956642"/>
                  </a:lnTo>
                  <a:lnTo>
                    <a:pt x="944801" y="988140"/>
                  </a:lnTo>
                  <a:lnTo>
                    <a:pt x="912495" y="1018814"/>
                  </a:lnTo>
                  <a:lnTo>
                    <a:pt x="879400" y="1048648"/>
                  </a:lnTo>
                  <a:lnTo>
                    <a:pt x="845533" y="1077624"/>
                  </a:lnTo>
                  <a:lnTo>
                    <a:pt x="810911" y="1105725"/>
                  </a:lnTo>
                  <a:lnTo>
                    <a:pt x="775552" y="1132935"/>
                  </a:lnTo>
                  <a:lnTo>
                    <a:pt x="739472" y="1159235"/>
                  </a:lnTo>
                  <a:lnTo>
                    <a:pt x="702689" y="1184610"/>
                  </a:lnTo>
                  <a:lnTo>
                    <a:pt x="665220" y="1209041"/>
                  </a:lnTo>
                  <a:lnTo>
                    <a:pt x="627082" y="1232512"/>
                  </a:lnTo>
                  <a:lnTo>
                    <a:pt x="588293" y="1255004"/>
                  </a:lnTo>
                  <a:lnTo>
                    <a:pt x="548868" y="1276503"/>
                  </a:lnTo>
                  <a:lnTo>
                    <a:pt x="508827" y="1296989"/>
                  </a:lnTo>
                  <a:lnTo>
                    <a:pt x="468185" y="1316446"/>
                  </a:lnTo>
                  <a:lnTo>
                    <a:pt x="426960" y="1334856"/>
                  </a:lnTo>
                  <a:lnTo>
                    <a:pt x="385169" y="1352204"/>
                  </a:lnTo>
                  <a:lnTo>
                    <a:pt x="342829" y="1368470"/>
                  </a:lnTo>
                  <a:lnTo>
                    <a:pt x="299958" y="1383639"/>
                  </a:lnTo>
                  <a:lnTo>
                    <a:pt x="256572" y="1397693"/>
                  </a:lnTo>
                  <a:lnTo>
                    <a:pt x="212689" y="1410615"/>
                  </a:lnTo>
                  <a:lnTo>
                    <a:pt x="168326" y="1422388"/>
                  </a:lnTo>
                  <a:lnTo>
                    <a:pt x="123500" y="1432994"/>
                  </a:lnTo>
                  <a:lnTo>
                    <a:pt x="78228" y="1442417"/>
                  </a:lnTo>
                  <a:lnTo>
                    <a:pt x="32527" y="1450639"/>
                  </a:lnTo>
                  <a:lnTo>
                    <a:pt x="0" y="1455580"/>
                  </a:lnTo>
                </a:path>
                <a:path w="1928495" h="1939289">
                  <a:moveTo>
                    <a:pt x="1324552" y="0"/>
                  </a:moveTo>
                  <a:lnTo>
                    <a:pt x="1316570" y="48351"/>
                  </a:lnTo>
                  <a:lnTo>
                    <a:pt x="1307479" y="94523"/>
                  </a:lnTo>
                  <a:lnTo>
                    <a:pt x="1297067" y="140207"/>
                  </a:lnTo>
                  <a:lnTo>
                    <a:pt x="1285355" y="185383"/>
                  </a:lnTo>
                  <a:lnTo>
                    <a:pt x="1272363" y="230028"/>
                  </a:lnTo>
                  <a:lnTo>
                    <a:pt x="1258114" y="274124"/>
                  </a:lnTo>
                  <a:lnTo>
                    <a:pt x="1242627" y="317648"/>
                  </a:lnTo>
                  <a:lnTo>
                    <a:pt x="1225923" y="360580"/>
                  </a:lnTo>
                  <a:lnTo>
                    <a:pt x="1208023" y="402899"/>
                  </a:lnTo>
                  <a:lnTo>
                    <a:pt x="1188948" y="444584"/>
                  </a:lnTo>
                  <a:lnTo>
                    <a:pt x="1168719" y="485614"/>
                  </a:lnTo>
                  <a:lnTo>
                    <a:pt x="1147356" y="525970"/>
                  </a:lnTo>
                  <a:lnTo>
                    <a:pt x="1124881" y="565629"/>
                  </a:lnTo>
                  <a:lnTo>
                    <a:pt x="1101314" y="604571"/>
                  </a:lnTo>
                  <a:lnTo>
                    <a:pt x="1076675" y="642775"/>
                  </a:lnTo>
                  <a:lnTo>
                    <a:pt x="1050987" y="680221"/>
                  </a:lnTo>
                  <a:lnTo>
                    <a:pt x="1024269" y="716887"/>
                  </a:lnTo>
                  <a:lnTo>
                    <a:pt x="996542" y="752753"/>
                  </a:lnTo>
                  <a:lnTo>
                    <a:pt x="967828" y="787797"/>
                  </a:lnTo>
                  <a:lnTo>
                    <a:pt x="938147" y="822000"/>
                  </a:lnTo>
                  <a:lnTo>
                    <a:pt x="907519" y="855340"/>
                  </a:lnTo>
                  <a:lnTo>
                    <a:pt x="875966" y="887797"/>
                  </a:lnTo>
                  <a:lnTo>
                    <a:pt x="843509" y="919349"/>
                  </a:lnTo>
                  <a:lnTo>
                    <a:pt x="810167" y="949975"/>
                  </a:lnTo>
                  <a:lnTo>
                    <a:pt x="775963" y="979656"/>
                  </a:lnTo>
                  <a:lnTo>
                    <a:pt x="740917" y="1008370"/>
                  </a:lnTo>
                  <a:lnTo>
                    <a:pt x="705049" y="1036096"/>
                  </a:lnTo>
                  <a:lnTo>
                    <a:pt x="668381" y="1062814"/>
                  </a:lnTo>
                  <a:lnTo>
                    <a:pt x="630933" y="1088502"/>
                  </a:lnTo>
                  <a:lnTo>
                    <a:pt x="592726" y="1113141"/>
                  </a:lnTo>
                  <a:lnTo>
                    <a:pt x="553781" y="1136708"/>
                  </a:lnTo>
                  <a:lnTo>
                    <a:pt x="514119" y="1159183"/>
                  </a:lnTo>
                  <a:lnTo>
                    <a:pt x="473760" y="1180546"/>
                  </a:lnTo>
                  <a:lnTo>
                    <a:pt x="432726" y="1200776"/>
                  </a:lnTo>
                  <a:lnTo>
                    <a:pt x="391036" y="1219851"/>
                  </a:lnTo>
                  <a:lnTo>
                    <a:pt x="348713" y="1237751"/>
                  </a:lnTo>
                  <a:lnTo>
                    <a:pt x="305777" y="1254455"/>
                  </a:lnTo>
                  <a:lnTo>
                    <a:pt x="262248" y="1269943"/>
                  </a:lnTo>
                  <a:lnTo>
                    <a:pt x="218147" y="1284193"/>
                  </a:lnTo>
                  <a:lnTo>
                    <a:pt x="173496" y="1297185"/>
                  </a:lnTo>
                  <a:lnTo>
                    <a:pt x="128314" y="1308898"/>
                  </a:lnTo>
                  <a:lnTo>
                    <a:pt x="82624" y="1319310"/>
                  </a:lnTo>
                  <a:lnTo>
                    <a:pt x="36445" y="1328402"/>
                  </a:lnTo>
                  <a:lnTo>
                    <a:pt x="0" y="1334457"/>
                  </a:lnTo>
                </a:path>
                <a:path w="1928495" h="1939289">
                  <a:moveTo>
                    <a:pt x="1203191" y="0"/>
                  </a:moveTo>
                  <a:lnTo>
                    <a:pt x="1194713" y="47375"/>
                  </a:lnTo>
                  <a:lnTo>
                    <a:pt x="1184946" y="93237"/>
                  </a:lnTo>
                  <a:lnTo>
                    <a:pt x="1173766" y="138560"/>
                  </a:lnTo>
                  <a:lnTo>
                    <a:pt x="1161199" y="183319"/>
                  </a:lnTo>
                  <a:lnTo>
                    <a:pt x="1147269" y="227490"/>
                  </a:lnTo>
                  <a:lnTo>
                    <a:pt x="1131999" y="271050"/>
                  </a:lnTo>
                  <a:lnTo>
                    <a:pt x="1115414" y="313973"/>
                  </a:lnTo>
                  <a:lnTo>
                    <a:pt x="1097538" y="356236"/>
                  </a:lnTo>
                  <a:lnTo>
                    <a:pt x="1078396" y="397814"/>
                  </a:lnTo>
                  <a:lnTo>
                    <a:pt x="1058012" y="438684"/>
                  </a:lnTo>
                  <a:lnTo>
                    <a:pt x="1036410" y="478820"/>
                  </a:lnTo>
                  <a:lnTo>
                    <a:pt x="1013614" y="518198"/>
                  </a:lnTo>
                  <a:lnTo>
                    <a:pt x="989648" y="556795"/>
                  </a:lnTo>
                  <a:lnTo>
                    <a:pt x="964537" y="594587"/>
                  </a:lnTo>
                  <a:lnTo>
                    <a:pt x="938305" y="631548"/>
                  </a:lnTo>
                  <a:lnTo>
                    <a:pt x="910976" y="667654"/>
                  </a:lnTo>
                  <a:lnTo>
                    <a:pt x="882575" y="702882"/>
                  </a:lnTo>
                  <a:lnTo>
                    <a:pt x="853125" y="737208"/>
                  </a:lnTo>
                  <a:lnTo>
                    <a:pt x="822651" y="770606"/>
                  </a:lnTo>
                  <a:lnTo>
                    <a:pt x="791178" y="803053"/>
                  </a:lnTo>
                  <a:lnTo>
                    <a:pt x="758728" y="834524"/>
                  </a:lnTo>
                  <a:lnTo>
                    <a:pt x="725328" y="864995"/>
                  </a:lnTo>
                  <a:lnTo>
                    <a:pt x="691000" y="894443"/>
                  </a:lnTo>
                  <a:lnTo>
                    <a:pt x="655769" y="922842"/>
                  </a:lnTo>
                  <a:lnTo>
                    <a:pt x="619660" y="950169"/>
                  </a:lnTo>
                  <a:lnTo>
                    <a:pt x="582696" y="976399"/>
                  </a:lnTo>
                  <a:lnTo>
                    <a:pt x="544902" y="1001508"/>
                  </a:lnTo>
                  <a:lnTo>
                    <a:pt x="506302" y="1025472"/>
                  </a:lnTo>
                  <a:lnTo>
                    <a:pt x="466920" y="1048266"/>
                  </a:lnTo>
                  <a:lnTo>
                    <a:pt x="426781" y="1069867"/>
                  </a:lnTo>
                  <a:lnTo>
                    <a:pt x="385908" y="1090250"/>
                  </a:lnTo>
                  <a:lnTo>
                    <a:pt x="344327" y="1109390"/>
                  </a:lnTo>
                  <a:lnTo>
                    <a:pt x="302061" y="1127264"/>
                  </a:lnTo>
                  <a:lnTo>
                    <a:pt x="259134" y="1143848"/>
                  </a:lnTo>
                  <a:lnTo>
                    <a:pt x="215571" y="1159116"/>
                  </a:lnTo>
                  <a:lnTo>
                    <a:pt x="171397" y="1173046"/>
                  </a:lnTo>
                  <a:lnTo>
                    <a:pt x="126634" y="1185612"/>
                  </a:lnTo>
                  <a:lnTo>
                    <a:pt x="81308" y="1196791"/>
                  </a:lnTo>
                  <a:lnTo>
                    <a:pt x="35442" y="1206557"/>
                  </a:lnTo>
                  <a:lnTo>
                    <a:pt x="0" y="1212923"/>
                  </a:lnTo>
                </a:path>
                <a:path w="1928495" h="1939289">
                  <a:moveTo>
                    <a:pt x="1081665" y="0"/>
                  </a:moveTo>
                  <a:lnTo>
                    <a:pt x="1072657" y="46186"/>
                  </a:lnTo>
                  <a:lnTo>
                    <a:pt x="1062103" y="91675"/>
                  </a:lnTo>
                  <a:lnTo>
                    <a:pt x="1050033" y="136563"/>
                  </a:lnTo>
                  <a:lnTo>
                    <a:pt x="1036475" y="180822"/>
                  </a:lnTo>
                  <a:lnTo>
                    <a:pt x="1021458" y="224423"/>
                  </a:lnTo>
                  <a:lnTo>
                    <a:pt x="1005010" y="267336"/>
                  </a:lnTo>
                  <a:lnTo>
                    <a:pt x="987160" y="309535"/>
                  </a:lnTo>
                  <a:lnTo>
                    <a:pt x="967936" y="350990"/>
                  </a:lnTo>
                  <a:lnTo>
                    <a:pt x="947368" y="391672"/>
                  </a:lnTo>
                  <a:lnTo>
                    <a:pt x="925483" y="431553"/>
                  </a:lnTo>
                  <a:lnTo>
                    <a:pt x="902310" y="470604"/>
                  </a:lnTo>
                  <a:lnTo>
                    <a:pt x="877879" y="508796"/>
                  </a:lnTo>
                  <a:lnTo>
                    <a:pt x="852217" y="546102"/>
                  </a:lnTo>
                  <a:lnTo>
                    <a:pt x="825353" y="582492"/>
                  </a:lnTo>
                  <a:lnTo>
                    <a:pt x="797317" y="617938"/>
                  </a:lnTo>
                  <a:lnTo>
                    <a:pt x="768135" y="652411"/>
                  </a:lnTo>
                  <a:lnTo>
                    <a:pt x="737838" y="685883"/>
                  </a:lnTo>
                  <a:lnTo>
                    <a:pt x="706453" y="718325"/>
                  </a:lnTo>
                  <a:lnTo>
                    <a:pt x="674009" y="749708"/>
                  </a:lnTo>
                  <a:lnTo>
                    <a:pt x="640535" y="780003"/>
                  </a:lnTo>
                  <a:lnTo>
                    <a:pt x="606060" y="809183"/>
                  </a:lnTo>
                  <a:lnTo>
                    <a:pt x="570611" y="837218"/>
                  </a:lnTo>
                  <a:lnTo>
                    <a:pt x="534219" y="864080"/>
                  </a:lnTo>
                  <a:lnTo>
                    <a:pt x="496910" y="889741"/>
                  </a:lnTo>
                  <a:lnTo>
                    <a:pt x="458715" y="914171"/>
                  </a:lnTo>
                  <a:lnTo>
                    <a:pt x="419660" y="937342"/>
                  </a:lnTo>
                  <a:lnTo>
                    <a:pt x="379776" y="959226"/>
                  </a:lnTo>
                  <a:lnTo>
                    <a:pt x="339091" y="979793"/>
                  </a:lnTo>
                  <a:lnTo>
                    <a:pt x="297633" y="999016"/>
                  </a:lnTo>
                  <a:lnTo>
                    <a:pt x="255431" y="1016865"/>
                  </a:lnTo>
                  <a:lnTo>
                    <a:pt x="212513" y="1033312"/>
                  </a:lnTo>
                  <a:lnTo>
                    <a:pt x="168909" y="1048329"/>
                  </a:lnTo>
                  <a:lnTo>
                    <a:pt x="124646" y="1061887"/>
                  </a:lnTo>
                  <a:lnTo>
                    <a:pt x="79754" y="1073956"/>
                  </a:lnTo>
                  <a:lnTo>
                    <a:pt x="34261" y="1084509"/>
                  </a:lnTo>
                  <a:lnTo>
                    <a:pt x="0" y="1091209"/>
                  </a:lnTo>
                </a:path>
                <a:path w="1928495" h="1939289">
                  <a:moveTo>
                    <a:pt x="959813" y="0"/>
                  </a:moveTo>
                  <a:lnTo>
                    <a:pt x="950198" y="44806"/>
                  </a:lnTo>
                  <a:lnTo>
                    <a:pt x="938723" y="89848"/>
                  </a:lnTo>
                  <a:lnTo>
                    <a:pt x="925612" y="134211"/>
                  </a:lnTo>
                  <a:lnTo>
                    <a:pt x="910897" y="177863"/>
                  </a:lnTo>
                  <a:lnTo>
                    <a:pt x="894614" y="220768"/>
                  </a:lnTo>
                  <a:lnTo>
                    <a:pt x="876796" y="262891"/>
                  </a:lnTo>
                  <a:lnTo>
                    <a:pt x="857478" y="304200"/>
                  </a:lnTo>
                  <a:lnTo>
                    <a:pt x="836695" y="344660"/>
                  </a:lnTo>
                  <a:lnTo>
                    <a:pt x="814480" y="384236"/>
                  </a:lnTo>
                  <a:lnTo>
                    <a:pt x="790867" y="422895"/>
                  </a:lnTo>
                  <a:lnTo>
                    <a:pt x="765892" y="460601"/>
                  </a:lnTo>
                  <a:lnTo>
                    <a:pt x="739587" y="497321"/>
                  </a:lnTo>
                  <a:lnTo>
                    <a:pt x="711988" y="533021"/>
                  </a:lnTo>
                  <a:lnTo>
                    <a:pt x="683129" y="567665"/>
                  </a:lnTo>
                  <a:lnTo>
                    <a:pt x="653043" y="601221"/>
                  </a:lnTo>
                  <a:lnTo>
                    <a:pt x="621766" y="633654"/>
                  </a:lnTo>
                  <a:lnTo>
                    <a:pt x="589331" y="664929"/>
                  </a:lnTo>
                  <a:lnTo>
                    <a:pt x="555772" y="695012"/>
                  </a:lnTo>
                  <a:lnTo>
                    <a:pt x="521125" y="723869"/>
                  </a:lnTo>
                  <a:lnTo>
                    <a:pt x="485423" y="751466"/>
                  </a:lnTo>
                  <a:lnTo>
                    <a:pt x="448700" y="777769"/>
                  </a:lnTo>
                  <a:lnTo>
                    <a:pt x="410991" y="802742"/>
                  </a:lnTo>
                  <a:lnTo>
                    <a:pt x="372329" y="826353"/>
                  </a:lnTo>
                  <a:lnTo>
                    <a:pt x="332750" y="848566"/>
                  </a:lnTo>
                  <a:lnTo>
                    <a:pt x="292287" y="869348"/>
                  </a:lnTo>
                  <a:lnTo>
                    <a:pt x="250975" y="888665"/>
                  </a:lnTo>
                  <a:lnTo>
                    <a:pt x="208848" y="906481"/>
                  </a:lnTo>
                  <a:lnTo>
                    <a:pt x="165940" y="922763"/>
                  </a:lnTo>
                  <a:lnTo>
                    <a:pt x="122285" y="937476"/>
                  </a:lnTo>
                  <a:lnTo>
                    <a:pt x="77918" y="950587"/>
                  </a:lnTo>
                  <a:lnTo>
                    <a:pt x="32873" y="962061"/>
                  </a:lnTo>
                  <a:lnTo>
                    <a:pt x="0" y="969114"/>
                  </a:lnTo>
                </a:path>
                <a:path w="1928495" h="1939289">
                  <a:moveTo>
                    <a:pt x="837350" y="0"/>
                  </a:moveTo>
                  <a:lnTo>
                    <a:pt x="827112" y="43056"/>
                  </a:lnTo>
                  <a:lnTo>
                    <a:pt x="814542" y="87536"/>
                  </a:lnTo>
                  <a:lnTo>
                    <a:pt x="800194" y="131240"/>
                  </a:lnTo>
                  <a:lnTo>
                    <a:pt x="784111" y="174127"/>
                  </a:lnTo>
                  <a:lnTo>
                    <a:pt x="766333" y="216156"/>
                  </a:lnTo>
                  <a:lnTo>
                    <a:pt x="746903" y="257284"/>
                  </a:lnTo>
                  <a:lnTo>
                    <a:pt x="725862" y="297469"/>
                  </a:lnTo>
                  <a:lnTo>
                    <a:pt x="703253" y="336671"/>
                  </a:lnTo>
                  <a:lnTo>
                    <a:pt x="679117" y="374846"/>
                  </a:lnTo>
                  <a:lnTo>
                    <a:pt x="653495" y="411954"/>
                  </a:lnTo>
                  <a:lnTo>
                    <a:pt x="626430" y="447953"/>
                  </a:lnTo>
                  <a:lnTo>
                    <a:pt x="597962" y="482800"/>
                  </a:lnTo>
                  <a:lnTo>
                    <a:pt x="568135" y="516455"/>
                  </a:lnTo>
                  <a:lnTo>
                    <a:pt x="536990" y="548875"/>
                  </a:lnTo>
                  <a:lnTo>
                    <a:pt x="504568" y="580018"/>
                  </a:lnTo>
                  <a:lnTo>
                    <a:pt x="470911" y="609844"/>
                  </a:lnTo>
                  <a:lnTo>
                    <a:pt x="436061" y="638309"/>
                  </a:lnTo>
                  <a:lnTo>
                    <a:pt x="400060" y="665373"/>
                  </a:lnTo>
                  <a:lnTo>
                    <a:pt x="362950" y="690994"/>
                  </a:lnTo>
                  <a:lnTo>
                    <a:pt x="324771" y="715129"/>
                  </a:lnTo>
                  <a:lnTo>
                    <a:pt x="285567" y="737737"/>
                  </a:lnTo>
                  <a:lnTo>
                    <a:pt x="245378" y="758777"/>
                  </a:lnTo>
                  <a:lnTo>
                    <a:pt x="204247" y="778206"/>
                  </a:lnTo>
                  <a:lnTo>
                    <a:pt x="162215" y="795983"/>
                  </a:lnTo>
                  <a:lnTo>
                    <a:pt x="119324" y="812066"/>
                  </a:lnTo>
                  <a:lnTo>
                    <a:pt x="75615" y="826413"/>
                  </a:lnTo>
                  <a:lnTo>
                    <a:pt x="31131" y="838983"/>
                  </a:lnTo>
                  <a:lnTo>
                    <a:pt x="0" y="846385"/>
                  </a:lnTo>
                </a:path>
                <a:path w="1928495" h="1939289">
                  <a:moveTo>
                    <a:pt x="714346" y="0"/>
                  </a:moveTo>
                  <a:lnTo>
                    <a:pt x="703431" y="40928"/>
                  </a:lnTo>
                  <a:lnTo>
                    <a:pt x="689537" y="84702"/>
                  </a:lnTo>
                  <a:lnTo>
                    <a:pt x="673699" y="127573"/>
                  </a:lnTo>
                  <a:lnTo>
                    <a:pt x="655970" y="169489"/>
                  </a:lnTo>
                  <a:lnTo>
                    <a:pt x="636402" y="210399"/>
                  </a:lnTo>
                  <a:lnTo>
                    <a:pt x="615047" y="250249"/>
                  </a:lnTo>
                  <a:lnTo>
                    <a:pt x="591957" y="288989"/>
                  </a:lnTo>
                  <a:lnTo>
                    <a:pt x="567184" y="326566"/>
                  </a:lnTo>
                  <a:lnTo>
                    <a:pt x="540780" y="362928"/>
                  </a:lnTo>
                  <a:lnTo>
                    <a:pt x="512798" y="398023"/>
                  </a:lnTo>
                  <a:lnTo>
                    <a:pt x="483288" y="431799"/>
                  </a:lnTo>
                  <a:lnTo>
                    <a:pt x="452303" y="464204"/>
                  </a:lnTo>
                  <a:lnTo>
                    <a:pt x="419895" y="495186"/>
                  </a:lnTo>
                  <a:lnTo>
                    <a:pt x="386116" y="524694"/>
                  </a:lnTo>
                  <a:lnTo>
                    <a:pt x="351019" y="552675"/>
                  </a:lnTo>
                  <a:lnTo>
                    <a:pt x="314654" y="579076"/>
                  </a:lnTo>
                  <a:lnTo>
                    <a:pt x="277074" y="603847"/>
                  </a:lnTo>
                  <a:lnTo>
                    <a:pt x="238332" y="626936"/>
                  </a:lnTo>
                  <a:lnTo>
                    <a:pt x="198478" y="648289"/>
                  </a:lnTo>
                  <a:lnTo>
                    <a:pt x="157566" y="667855"/>
                  </a:lnTo>
                  <a:lnTo>
                    <a:pt x="115646" y="685583"/>
                  </a:lnTo>
                  <a:lnTo>
                    <a:pt x="72772" y="701420"/>
                  </a:lnTo>
                  <a:lnTo>
                    <a:pt x="28995" y="715313"/>
                  </a:lnTo>
                  <a:lnTo>
                    <a:pt x="0" y="723044"/>
                  </a:lnTo>
                </a:path>
                <a:path w="1928495" h="1939289">
                  <a:moveTo>
                    <a:pt x="590382" y="0"/>
                  </a:moveTo>
                  <a:lnTo>
                    <a:pt x="578801" y="38123"/>
                  </a:lnTo>
                  <a:lnTo>
                    <a:pt x="563274" y="80968"/>
                  </a:lnTo>
                  <a:lnTo>
                    <a:pt x="545607" y="122739"/>
                  </a:lnTo>
                  <a:lnTo>
                    <a:pt x="525867" y="163370"/>
                  </a:lnTo>
                  <a:lnTo>
                    <a:pt x="504120" y="202794"/>
                  </a:lnTo>
                  <a:lnTo>
                    <a:pt x="480433" y="240944"/>
                  </a:lnTo>
                  <a:lnTo>
                    <a:pt x="454873" y="277754"/>
                  </a:lnTo>
                  <a:lnTo>
                    <a:pt x="427505" y="313157"/>
                  </a:lnTo>
                  <a:lnTo>
                    <a:pt x="398398" y="347087"/>
                  </a:lnTo>
                  <a:lnTo>
                    <a:pt x="367616" y="379476"/>
                  </a:lnTo>
                  <a:lnTo>
                    <a:pt x="335227" y="410259"/>
                  </a:lnTo>
                  <a:lnTo>
                    <a:pt x="301297" y="439368"/>
                  </a:lnTo>
                  <a:lnTo>
                    <a:pt x="265894" y="466737"/>
                  </a:lnTo>
                  <a:lnTo>
                    <a:pt x="229082" y="492300"/>
                  </a:lnTo>
                  <a:lnTo>
                    <a:pt x="190929" y="515989"/>
                  </a:lnTo>
                  <a:lnTo>
                    <a:pt x="151502" y="537738"/>
                  </a:lnTo>
                  <a:lnTo>
                    <a:pt x="110867" y="557481"/>
                  </a:lnTo>
                  <a:lnTo>
                    <a:pt x="69090" y="575151"/>
                  </a:lnTo>
                  <a:lnTo>
                    <a:pt x="26238" y="590681"/>
                  </a:lnTo>
                  <a:lnTo>
                    <a:pt x="0" y="598651"/>
                  </a:lnTo>
                </a:path>
                <a:path w="1928495" h="1939289">
                  <a:moveTo>
                    <a:pt x="464869" y="0"/>
                  </a:moveTo>
                  <a:lnTo>
                    <a:pt x="435124" y="76005"/>
                  </a:lnTo>
                  <a:lnTo>
                    <a:pt x="415165" y="116267"/>
                  </a:lnTo>
                  <a:lnTo>
                    <a:pt x="392919" y="155125"/>
                  </a:lnTo>
                  <a:lnTo>
                    <a:pt x="368473" y="192489"/>
                  </a:lnTo>
                  <a:lnTo>
                    <a:pt x="341918" y="228272"/>
                  </a:lnTo>
                  <a:lnTo>
                    <a:pt x="313340" y="262386"/>
                  </a:lnTo>
                  <a:lnTo>
                    <a:pt x="282828" y="294742"/>
                  </a:lnTo>
                  <a:lnTo>
                    <a:pt x="250469" y="325251"/>
                  </a:lnTo>
                  <a:lnTo>
                    <a:pt x="216353" y="353827"/>
                  </a:lnTo>
                  <a:lnTo>
                    <a:pt x="180567" y="380381"/>
                  </a:lnTo>
                  <a:lnTo>
                    <a:pt x="143200" y="404824"/>
                  </a:lnTo>
                  <a:lnTo>
                    <a:pt x="104340" y="427069"/>
                  </a:lnTo>
                  <a:lnTo>
                    <a:pt x="64074" y="447027"/>
                  </a:lnTo>
                  <a:lnTo>
                    <a:pt x="22492" y="464610"/>
                  </a:lnTo>
                  <a:lnTo>
                    <a:pt x="0" y="472553"/>
                  </a:lnTo>
                </a:path>
                <a:path w="1928495" h="1939289">
                  <a:moveTo>
                    <a:pt x="337106" y="0"/>
                  </a:moveTo>
                  <a:lnTo>
                    <a:pt x="304510" y="68951"/>
                  </a:lnTo>
                  <a:lnTo>
                    <a:pt x="281598" y="107039"/>
                  </a:lnTo>
                  <a:lnTo>
                    <a:pt x="256152" y="143327"/>
                  </a:lnTo>
                  <a:lnTo>
                    <a:pt x="228291" y="177693"/>
                  </a:lnTo>
                  <a:lnTo>
                    <a:pt x="198141" y="210014"/>
                  </a:lnTo>
                  <a:lnTo>
                    <a:pt x="165821" y="240167"/>
                  </a:lnTo>
                  <a:lnTo>
                    <a:pt x="131456" y="268030"/>
                  </a:lnTo>
                  <a:lnTo>
                    <a:pt x="95167" y="293481"/>
                  </a:lnTo>
                  <a:lnTo>
                    <a:pt x="57076" y="316396"/>
                  </a:lnTo>
                  <a:lnTo>
                    <a:pt x="17306" y="336654"/>
                  </a:lnTo>
                  <a:lnTo>
                    <a:pt x="0" y="343973"/>
                  </a:lnTo>
                </a:path>
              </a:pathLst>
            </a:custGeom>
            <a:ln w="10177">
              <a:solidFill>
                <a:srgbClr val="AAC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088" y="-5089"/>
              <a:ext cx="215231" cy="2208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6620" y="4929631"/>
              <a:ext cx="775335" cy="775335"/>
            </a:xfrm>
            <a:custGeom>
              <a:avLst/>
              <a:gdLst/>
              <a:ahLst/>
              <a:cxnLst/>
              <a:rect l="l" t="t" r="r" b="b"/>
              <a:pathLst>
                <a:path w="775335" h="775335">
                  <a:moveTo>
                    <a:pt x="387515" y="0"/>
                  </a:moveTo>
                  <a:lnTo>
                    <a:pt x="338905" y="3019"/>
                  </a:lnTo>
                  <a:lnTo>
                    <a:pt x="292098" y="11834"/>
                  </a:lnTo>
                  <a:lnTo>
                    <a:pt x="247455" y="26081"/>
                  </a:lnTo>
                  <a:lnTo>
                    <a:pt x="205341" y="45399"/>
                  </a:lnTo>
                  <a:lnTo>
                    <a:pt x="166118" y="69423"/>
                  </a:lnTo>
                  <a:lnTo>
                    <a:pt x="130150" y="97791"/>
                  </a:lnTo>
                  <a:lnTo>
                    <a:pt x="97799" y="130139"/>
                  </a:lnTo>
                  <a:lnTo>
                    <a:pt x="69429" y="166104"/>
                  </a:lnTo>
                  <a:lnTo>
                    <a:pt x="45403" y="205323"/>
                  </a:lnTo>
                  <a:lnTo>
                    <a:pt x="26083" y="247433"/>
                  </a:lnTo>
                  <a:lnTo>
                    <a:pt x="11834" y="292070"/>
                  </a:lnTo>
                  <a:lnTo>
                    <a:pt x="3019" y="338873"/>
                  </a:lnTo>
                  <a:lnTo>
                    <a:pt x="0" y="387477"/>
                  </a:lnTo>
                  <a:lnTo>
                    <a:pt x="3019" y="436080"/>
                  </a:lnTo>
                  <a:lnTo>
                    <a:pt x="11834" y="482883"/>
                  </a:lnTo>
                  <a:lnTo>
                    <a:pt x="26083" y="527522"/>
                  </a:lnTo>
                  <a:lnTo>
                    <a:pt x="45403" y="569633"/>
                  </a:lnTo>
                  <a:lnTo>
                    <a:pt x="69429" y="608853"/>
                  </a:lnTo>
                  <a:lnTo>
                    <a:pt x="97799" y="644820"/>
                  </a:lnTo>
                  <a:lnTo>
                    <a:pt x="130150" y="677169"/>
                  </a:lnTo>
                  <a:lnTo>
                    <a:pt x="166118" y="705538"/>
                  </a:lnTo>
                  <a:lnTo>
                    <a:pt x="205341" y="729564"/>
                  </a:lnTo>
                  <a:lnTo>
                    <a:pt x="247455" y="748883"/>
                  </a:lnTo>
                  <a:lnTo>
                    <a:pt x="292098" y="763131"/>
                  </a:lnTo>
                  <a:lnTo>
                    <a:pt x="338905" y="771947"/>
                  </a:lnTo>
                  <a:lnTo>
                    <a:pt x="387515" y="774966"/>
                  </a:lnTo>
                  <a:lnTo>
                    <a:pt x="436124" y="771947"/>
                  </a:lnTo>
                  <a:lnTo>
                    <a:pt x="482931" y="763131"/>
                  </a:lnTo>
                  <a:lnTo>
                    <a:pt x="527574" y="748883"/>
                  </a:lnTo>
                  <a:lnTo>
                    <a:pt x="569688" y="729564"/>
                  </a:lnTo>
                  <a:lnTo>
                    <a:pt x="608911" y="705538"/>
                  </a:lnTo>
                  <a:lnTo>
                    <a:pt x="644879" y="677169"/>
                  </a:lnTo>
                  <a:lnTo>
                    <a:pt x="677230" y="644820"/>
                  </a:lnTo>
                  <a:lnTo>
                    <a:pt x="705600" y="608853"/>
                  </a:lnTo>
                  <a:lnTo>
                    <a:pt x="729627" y="569633"/>
                  </a:lnTo>
                  <a:lnTo>
                    <a:pt x="748946" y="527522"/>
                  </a:lnTo>
                  <a:lnTo>
                    <a:pt x="763195" y="482883"/>
                  </a:lnTo>
                  <a:lnTo>
                    <a:pt x="772010" y="436080"/>
                  </a:lnTo>
                  <a:lnTo>
                    <a:pt x="775030" y="387477"/>
                  </a:lnTo>
                  <a:lnTo>
                    <a:pt x="772010" y="338873"/>
                  </a:lnTo>
                  <a:lnTo>
                    <a:pt x="763195" y="292070"/>
                  </a:lnTo>
                  <a:lnTo>
                    <a:pt x="748946" y="247433"/>
                  </a:lnTo>
                  <a:lnTo>
                    <a:pt x="729627" y="205323"/>
                  </a:lnTo>
                  <a:lnTo>
                    <a:pt x="705600" y="166104"/>
                  </a:lnTo>
                  <a:lnTo>
                    <a:pt x="677230" y="130139"/>
                  </a:lnTo>
                  <a:lnTo>
                    <a:pt x="644879" y="97791"/>
                  </a:lnTo>
                  <a:lnTo>
                    <a:pt x="608911" y="69423"/>
                  </a:lnTo>
                  <a:lnTo>
                    <a:pt x="569688" y="45399"/>
                  </a:lnTo>
                  <a:lnTo>
                    <a:pt x="527574" y="26081"/>
                  </a:lnTo>
                  <a:lnTo>
                    <a:pt x="482931" y="11834"/>
                  </a:lnTo>
                  <a:lnTo>
                    <a:pt x="436124" y="3019"/>
                  </a:lnTo>
                  <a:lnTo>
                    <a:pt x="387515" y="0"/>
                  </a:lnTo>
                  <a:close/>
                </a:path>
              </a:pathLst>
            </a:custGeom>
            <a:solidFill>
              <a:srgbClr val="1F2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8970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29536" y="2283333"/>
            <a:ext cx="7967345" cy="245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620395" indent="-34798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0045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Generation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black-and-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white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edge-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detected</a:t>
            </a:r>
            <a:r>
              <a:rPr sz="1800" spc="-5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image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with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reduced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data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memory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usage.</a:t>
            </a:r>
            <a:endParaRPr sz="1800">
              <a:latin typeface="Times New Roman"/>
              <a:cs typeface="Times New Roman"/>
            </a:endParaRPr>
          </a:p>
          <a:p>
            <a:pPr marL="360045" indent="-34734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360045" algn="l"/>
              </a:tabLst>
            </a:pP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High-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speed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image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processing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due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FPGA</a:t>
            </a:r>
            <a:r>
              <a:rPr sz="1800" spc="-10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parallelism.</a:t>
            </a:r>
            <a:endParaRPr sz="1800">
              <a:latin typeface="Times New Roman"/>
              <a:cs typeface="Times New Roman"/>
            </a:endParaRPr>
          </a:p>
          <a:p>
            <a:pPr marL="360045" indent="-347345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360045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Improved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accuracy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and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clarity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edges</a:t>
            </a:r>
            <a:r>
              <a:rPr sz="1800" spc="-5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with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proper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threshold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and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noise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filtering.</a:t>
            </a:r>
            <a:endParaRPr sz="1800">
              <a:latin typeface="Times New Roman"/>
              <a:cs typeface="Times New Roman"/>
            </a:endParaRPr>
          </a:p>
          <a:p>
            <a:pPr marL="360045" indent="-34734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360045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Demonstration</a:t>
            </a:r>
            <a:r>
              <a:rPr sz="1800" spc="-1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of</a:t>
            </a:r>
            <a:r>
              <a:rPr sz="1800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real-time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capability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of</a:t>
            </a:r>
            <a:r>
              <a:rPr sz="1800" spc="-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FPGA-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based image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 processing.</a:t>
            </a:r>
            <a:endParaRPr sz="1800">
              <a:latin typeface="Times New Roman"/>
              <a:cs typeface="Times New Roman"/>
            </a:endParaRPr>
          </a:p>
          <a:p>
            <a:pPr marL="360045" marR="5080" indent="-34798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360045" algn="l"/>
              </a:tabLst>
            </a:pP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</a:t>
            </a:r>
            <a:r>
              <a:rPr sz="1800" spc="-114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flexible</a:t>
            </a:r>
            <a:r>
              <a:rPr sz="1800" spc="-6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design</a:t>
            </a:r>
            <a:r>
              <a:rPr sz="1800" spc="-2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that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allows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parameter</a:t>
            </a:r>
            <a:r>
              <a:rPr sz="1800" spc="-3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tuning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various</a:t>
            </a:r>
            <a:r>
              <a:rPr sz="1800" spc="-40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image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types</a:t>
            </a:r>
            <a:r>
              <a:rPr sz="1800" spc="-4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C8F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1F2C8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2C8F"/>
                </a:solidFill>
                <a:latin typeface="Times New Roman"/>
                <a:cs typeface="Times New Roman"/>
              </a:rPr>
              <a:t>lighting conditions.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79251" y="546354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F2C8F"/>
                </a:solidFill>
                <a:latin typeface="Arial Black"/>
                <a:cs typeface="Arial Black"/>
              </a:rPr>
              <a:t>9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598"/>
            <a:ext cx="12199938" cy="6862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2452878"/>
            <a:ext cx="4571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THANK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676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Black</vt:lpstr>
      <vt:lpstr>Arial MT</vt:lpstr>
      <vt:lpstr>Times New Roman</vt:lpstr>
      <vt:lpstr>Office Theme</vt:lpstr>
      <vt:lpstr>DEPARTMENT OF ELECTRONICS AND COMMUNICATION ENGINEERING</vt:lpstr>
      <vt:lpstr>Batch no-C14</vt:lpstr>
      <vt:lpstr>Contents</vt:lpstr>
      <vt:lpstr>ABTRACT</vt:lpstr>
      <vt:lpstr>OBJECTIVES</vt:lpstr>
      <vt:lpstr>METHODOLOGY</vt:lpstr>
      <vt:lpstr>3. FPGA Synthesis and Simulation</vt:lpstr>
      <vt:lpstr>Literature survey:</vt:lpstr>
      <vt:lpstr>EXPECTED OUTCOMES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Kalyan Naidu</dc:creator>
  <cp:lastModifiedBy>Leela Pravallika</cp:lastModifiedBy>
  <cp:revision>7</cp:revision>
  <dcterms:created xsi:type="dcterms:W3CDTF">2025-10-08T04:02:48Z</dcterms:created>
  <dcterms:modified xsi:type="dcterms:W3CDTF">2025-10-09T02:19:32Z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2025-10-08T00:00:00Z</vt:filetime>
  </property>
  <property fmtid="{D5CDD505-2E9C-101B-9397-08002B2CF9AE}" pid="5" name="Producer">
    <vt:lpwstr>Microsoft® PowerPoint® for Microsoft 365</vt:lpwstr>
  </property>
</Properties>
</file>